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4"/>
  </p:sldMasterIdLst>
  <p:notesMasterIdLst>
    <p:notesMasterId r:id="rId14"/>
  </p:notesMasterIdLst>
  <p:handoutMasterIdLst>
    <p:handoutMasterId r:id="rId15"/>
  </p:handoutMasterIdLst>
  <p:sldIdLst>
    <p:sldId id="2562" r:id="rId5"/>
    <p:sldId id="2563" r:id="rId6"/>
    <p:sldId id="2564" r:id="rId7"/>
    <p:sldId id="2565" r:id="rId8"/>
    <p:sldId id="2570" r:id="rId9"/>
    <p:sldId id="2566" r:id="rId10"/>
    <p:sldId id="2567" r:id="rId11"/>
    <p:sldId id="2568" r:id="rId12"/>
    <p:sldId id="25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A31D3"/>
    <a:srgbClr val="F3DA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E0F9F9-E9F9-447D-99B5-BED9E77D68FF}" v="6" dt="2026-03-09T13:15:48.559"/>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49" autoAdjust="0"/>
    <p:restoredTop sz="94879" autoAdjust="0"/>
  </p:normalViewPr>
  <p:slideViewPr>
    <p:cSldViewPr snapToGrid="0">
      <p:cViewPr varScale="1">
        <p:scale>
          <a:sx n="93" d="100"/>
          <a:sy n="93" d="100"/>
        </p:scale>
        <p:origin x="120" y="348"/>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W Hamilton" userId="cefbc47a-cf37-4c72-9867-6bb74c4b0475" providerId="ADAL" clId="{B041426C-B884-4663-9E52-88CF319FBC9F}"/>
    <pc:docChg chg="custSel addSld modSld sldOrd delSection">
      <pc:chgData name="Mr W Hamilton" userId="cefbc47a-cf37-4c72-9867-6bb74c4b0475" providerId="ADAL" clId="{B041426C-B884-4663-9E52-88CF319FBC9F}" dt="2026-03-09T13:19:09.924" v="38" actId="22"/>
      <pc:docMkLst>
        <pc:docMk/>
      </pc:docMkLst>
      <pc:sldChg chg="addSp delSp modSp mod">
        <pc:chgData name="Mr W Hamilton" userId="cefbc47a-cf37-4c72-9867-6bb74c4b0475" providerId="ADAL" clId="{B041426C-B884-4663-9E52-88CF319FBC9F}" dt="2026-03-09T13:13:54.751" v="9"/>
        <pc:sldMkLst>
          <pc:docMk/>
          <pc:sldMk cId="4096664573" sldId="2563"/>
        </pc:sldMkLst>
        <pc:spChg chg="mod">
          <ac:chgData name="Mr W Hamilton" userId="cefbc47a-cf37-4c72-9867-6bb74c4b0475" providerId="ADAL" clId="{B041426C-B884-4663-9E52-88CF319FBC9F}" dt="2026-03-09T13:13:54.751" v="9"/>
          <ac:spMkLst>
            <pc:docMk/>
            <pc:sldMk cId="4096664573" sldId="2563"/>
            <ac:spMk id="4" creationId="{C1FD23F7-58E4-E432-522E-8AF067AB7DD8}"/>
          </ac:spMkLst>
        </pc:spChg>
        <pc:spChg chg="add del mod">
          <ac:chgData name="Mr W Hamilton" userId="cefbc47a-cf37-4c72-9867-6bb74c4b0475" providerId="ADAL" clId="{B041426C-B884-4663-9E52-88CF319FBC9F}" dt="2026-03-09T13:04:55.773" v="1" actId="478"/>
          <ac:spMkLst>
            <pc:docMk/>
            <pc:sldMk cId="4096664573" sldId="2563"/>
            <ac:spMk id="6" creationId="{BD3F4013-FF03-5DF2-D3E8-085C5C266085}"/>
          </ac:spMkLst>
        </pc:spChg>
        <pc:picChg chg="del">
          <ac:chgData name="Mr W Hamilton" userId="cefbc47a-cf37-4c72-9867-6bb74c4b0475" providerId="ADAL" clId="{B041426C-B884-4663-9E52-88CF319FBC9F}" dt="2026-03-09T13:04:55.151" v="0" actId="478"/>
          <ac:picMkLst>
            <pc:docMk/>
            <pc:sldMk cId="4096664573" sldId="2563"/>
            <ac:picMk id="5" creationId="{0441BC7A-81C9-4D2F-B137-2A0907B79784}"/>
          </ac:picMkLst>
        </pc:picChg>
      </pc:sldChg>
      <pc:sldChg chg="modSp mod">
        <pc:chgData name="Mr W Hamilton" userId="cefbc47a-cf37-4c72-9867-6bb74c4b0475" providerId="ADAL" clId="{B041426C-B884-4663-9E52-88CF319FBC9F}" dt="2026-03-09T13:05:01.028" v="2" actId="1076"/>
        <pc:sldMkLst>
          <pc:docMk/>
          <pc:sldMk cId="3359169903" sldId="2564"/>
        </pc:sldMkLst>
        <pc:picChg chg="mod">
          <ac:chgData name="Mr W Hamilton" userId="cefbc47a-cf37-4c72-9867-6bb74c4b0475" providerId="ADAL" clId="{B041426C-B884-4663-9E52-88CF319FBC9F}" dt="2026-03-09T13:05:01.028" v="2" actId="1076"/>
          <ac:picMkLst>
            <pc:docMk/>
            <pc:sldMk cId="3359169903" sldId="2564"/>
            <ac:picMk id="5" creationId="{514D6A06-0482-469A-8B96-6927EFF3D25A}"/>
          </ac:picMkLst>
        </pc:picChg>
      </pc:sldChg>
      <pc:sldChg chg="modSp mod">
        <pc:chgData name="Mr W Hamilton" userId="cefbc47a-cf37-4c72-9867-6bb74c4b0475" providerId="ADAL" clId="{B041426C-B884-4663-9E52-88CF319FBC9F}" dt="2026-03-09T13:05:12.188" v="3" actId="1076"/>
        <pc:sldMkLst>
          <pc:docMk/>
          <pc:sldMk cId="1012360192" sldId="2565"/>
        </pc:sldMkLst>
        <pc:picChg chg="mod">
          <ac:chgData name="Mr W Hamilton" userId="cefbc47a-cf37-4c72-9867-6bb74c4b0475" providerId="ADAL" clId="{B041426C-B884-4663-9E52-88CF319FBC9F}" dt="2026-03-09T13:05:12.188" v="3" actId="1076"/>
          <ac:picMkLst>
            <pc:docMk/>
            <pc:sldMk cId="1012360192" sldId="2565"/>
            <ac:picMk id="8" creationId="{854DDF47-3825-C5B9-422C-4BE3664A73EC}"/>
          </ac:picMkLst>
        </pc:picChg>
      </pc:sldChg>
      <pc:sldChg chg="addSp delSp modSp add mod ord delAnim">
        <pc:chgData name="Mr W Hamilton" userId="cefbc47a-cf37-4c72-9867-6bb74c4b0475" providerId="ADAL" clId="{B041426C-B884-4663-9E52-88CF319FBC9F}" dt="2026-03-09T13:19:09.924" v="38" actId="22"/>
        <pc:sldMkLst>
          <pc:docMk/>
          <pc:sldMk cId="908006813" sldId="2570"/>
        </pc:sldMkLst>
        <pc:spChg chg="mod">
          <ac:chgData name="Mr W Hamilton" userId="cefbc47a-cf37-4c72-9867-6bb74c4b0475" providerId="ADAL" clId="{B041426C-B884-4663-9E52-88CF319FBC9F}" dt="2026-03-09T13:15:33.343" v="27" actId="20577"/>
          <ac:spMkLst>
            <pc:docMk/>
            <pc:sldMk cId="908006813" sldId="2570"/>
            <ac:spMk id="2" creationId="{A11716FF-A35C-E579-5608-0C2553A2CFA8}"/>
          </ac:spMkLst>
        </pc:spChg>
        <pc:spChg chg="del mod">
          <ac:chgData name="Mr W Hamilton" userId="cefbc47a-cf37-4c72-9867-6bb74c4b0475" providerId="ADAL" clId="{B041426C-B884-4663-9E52-88CF319FBC9F}" dt="2026-03-09T13:15:50.920" v="33" actId="478"/>
          <ac:spMkLst>
            <pc:docMk/>
            <pc:sldMk cId="908006813" sldId="2570"/>
            <ac:spMk id="4" creationId="{87509F20-FD68-566B-A120-9A54F77E544A}"/>
          </ac:spMkLst>
        </pc:spChg>
        <pc:spChg chg="add del mod">
          <ac:chgData name="Mr W Hamilton" userId="cefbc47a-cf37-4c72-9867-6bb74c4b0475" providerId="ADAL" clId="{B041426C-B884-4663-9E52-88CF319FBC9F}" dt="2026-03-09T13:15:55.391" v="34" actId="478"/>
          <ac:spMkLst>
            <pc:docMk/>
            <pc:sldMk cId="908006813" sldId="2570"/>
            <ac:spMk id="5" creationId="{07476876-90A6-6CFE-336D-F626C2E29EC4}"/>
          </ac:spMkLst>
        </pc:spChg>
        <pc:picChg chg="add del">
          <ac:chgData name="Mr W Hamilton" userId="cefbc47a-cf37-4c72-9867-6bb74c4b0475" providerId="ADAL" clId="{B041426C-B884-4663-9E52-88CF319FBC9F}" dt="2026-03-09T13:18:39.952" v="37" actId="478"/>
          <ac:picMkLst>
            <pc:docMk/>
            <pc:sldMk cId="908006813" sldId="2570"/>
            <ac:picMk id="7" creationId="{374FB1D1-85CB-3C3E-5BBE-E7EE16BD615B}"/>
          </ac:picMkLst>
        </pc:picChg>
        <pc:picChg chg="add">
          <ac:chgData name="Mr W Hamilton" userId="cefbc47a-cf37-4c72-9867-6bb74c4b0475" providerId="ADAL" clId="{B041426C-B884-4663-9E52-88CF319FBC9F}" dt="2026-03-09T13:19:09.924" v="38" actId="22"/>
          <ac:picMkLst>
            <pc:docMk/>
            <pc:sldMk cId="908006813" sldId="2570"/>
            <ac:picMk id="9" creationId="{965C8AAF-F03E-BDBA-C68F-E1EE7D804730}"/>
          </ac:picMkLst>
        </pc:picChg>
        <pc:picChg chg="del">
          <ac:chgData name="Mr W Hamilton" userId="cefbc47a-cf37-4c72-9867-6bb74c4b0475" providerId="ADAL" clId="{B041426C-B884-4663-9E52-88CF319FBC9F}" dt="2026-03-09T13:15:57.566" v="35" actId="478"/>
          <ac:picMkLst>
            <pc:docMk/>
            <pc:sldMk cId="908006813" sldId="2570"/>
            <ac:picMk id="10" creationId="{B91A3EE3-C31C-E45E-E9C6-63C79B7BB1E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3/9/2026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Tools of the Trade, Password Hashing with Bcrypt, Database Helpers and Initialization, The User Class and UserMixin, The User Loader Mechanism, The Login Logic, Access Control and Logout</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498268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explores the foundational components that make up the Flask authentication stack, each playing a vital role in ensuring smooth and secure user management. Flask operates as the core web framework responsible for handling HTTP requests, routing URLs, and returning responses, making it the backbone of the application's user flow. SQLite3 serves as the lightweight and file‑based database engine used to store sensitive user information—specifically usernames and hashed passwords—in a compact and portable manner, ideal for development and small‑scale deployments. Flask‑Login functions as the session and authentication manager, seamlessly keeping track of whether a user is logged in by associating session cookies with active user identities. Finally, Bcrypt provides the crucial security layer by hashing passwords using strong one‑way hashing algorithms combined with unique salts, ensuring stored passwords cannot be reversed or exploited even if the database is compromised. Together, these tools form a cohesive authentication stack that balances simplicity, security, and performance while adhering to industry‑standard best practices for user identity management.</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121943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details how password security is enforced through hashing using the Bcrypt library. Unlike encryption—which is reversible—hashing is a one‑way transformation, meaning the original password cannot be retrieved from its hashed output. During user registration or password updates, the bcrypt.hashpw function processes the supplied plaintext password by applying a computationally expensive hashing algorithm combined with a unique salt; this produces a hash string resembling patterns like $2b$12$7k.... This salt ensures that even identical passwords yield different hash values, significantly increasing resistance to brute‑force and rainbow table attacks. When a user attempts to log in, bcrypt.checkpw is employed to compare the typed password with the database’s stored hash. Importantly, the application never stores raw passwords such as "password123"—only salted and hashed representations, aligning with modern cybersecurity standards and minimizing the impact of potential database leaks. This approach establishes a robust defense against unauthorized access and strengthens overall system integrity.</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377964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how the application interacts with the SQLite database using helper functions designed for convenience and reliability. The get_db_connection() function acts as a reusable gateway for opening a connection to the users.db file each time data must be read or written. By configuring row_factory to sqlite3.Row, database results become accessible using dictionary‑like keys (e.g., user['username']), eliminating confusion associated with numeric index lookups and improving code readability. The init_db() function is executed once during system startup to guarantee that the required users table exists; if it does not, the function automatically creates it. Additionally, the initialization process inserts a default administrator account, ensuring that the application always has at least one valid login available immediately after setup. Together, these components simplify database operations while maintaining consistency and preventing common schema‑related errors during early stages of application deployment.</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925578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5E143-F722-67D2-6612-E6C349E02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38034-F005-D58E-81ED-68FEC195C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F2E86-186E-9593-CCD1-407159026603}"/>
              </a:ext>
            </a:extLst>
          </p:cNvPr>
          <p:cNvSpPr>
            <a:spLocks noGrp="1"/>
          </p:cNvSpPr>
          <p:nvPr>
            <p:ph type="body" idx="1"/>
          </p:nvPr>
        </p:nvSpPr>
        <p:spPr/>
        <p:txBody>
          <a:bodyPr/>
          <a:lstStyle/>
          <a:p>
            <a:r>
              <a:rPr lang="en-US"/>
              <a:t>
This slide focuses on how Flask‑Login expects a user object to encapsulate identifying and authentication‑related attributes. Since SQLite returns raw data rows, the application uses a dedicated User class to convert these rows into Python objects that better integrate with the framework. By inheriting from Flask‑Login’s UserMixin, the User class automatically acquires essential methods and properties such as is_authenticated, is_active, is_anonymous, and get_id(). These attributes allow Flask‑Login to determine whether a user is logged in, manage session persistence, and identify the active user across requests without requiring custom logic for each function. The User class effectively bridges the gap between database representation and application‑level identity management, ensuring smooth interaction with session handlers and route protection mechanisms.</a:t>
            </a:r>
          </a:p>
        </p:txBody>
      </p:sp>
      <p:sp>
        <p:nvSpPr>
          <p:cNvPr id="4" name="Slide Number Placeholder 3">
            <a:extLst>
              <a:ext uri="{FF2B5EF4-FFF2-40B4-BE49-F238E27FC236}">
                <a16:creationId xmlns:a16="http://schemas.microsoft.com/office/drawing/2014/main" id="{476635D8-3E40-2572-ECDB-D5E67052385C}"/>
              </a:ext>
            </a:extLst>
          </p:cNvPr>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731686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focuses on how Flask‑Login expects a user object to encapsulate identifying and authentication‑related attributes. Since SQLite returns raw data rows, the application uses a dedicated User class to convert these rows into Python objects that better integrate with the framework. By inheriting from Flask‑Login’s UserMixin, the User class automatically acquires essential methods and properties such as is_authenticated, is_active, is_anonymous, and get_id(). These attributes allow Flask‑Login to determine whether a user is logged in, manage session persistence, and identify the active user across requests without requiring custom logic for each function. The User class effectively bridges the gap between database representation and application‑level identity management, ensuring smooth interaction with session handlers and route protection mechanisms.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601169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describes the user_loader callback that Flask‑Login invokes to rebuild user objects from stored session data. Because HTTP is stateless, browsers forget who the user is after each request unless a method exists for restoring identity. Flask solves this by storing a simple user_id value inside a secure session cookie on the client’s browser. When the user accesses a new route—such as /dashboard—Flask‑Login automatically calls the registered @user_loader function, passing it the stored user_id. The loader then queries the SQLite database, retrieves the corresponding user record, and reconstructs the appropriate User object, enabling the application to recognize the current visitor. This process, often described as re‑hydration, ensures seamless authentication continuity across page loads without requiring users to repeatedly log in or revalidate credentials.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107811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outlines the sequence of events that occur when a user attempts to sign in. When the login form is submitted, the browser issues a POST request containing the provided username and password. The application first queries the SQLite database to verify whether an account with the supplied username exists. If a matching user is found, the plaintext password entered is validated using bcrypt.checkpw, which compares it securely to the stored hashed password. Upon successful authentication, the login_user(user_obj) function is invoked; this instructs Flask‑Login to create a session for the authenticated individual and store their user_id in a session cookie. This session persists across page loads, enabling the application to recognize the user until they choose to log out or their session expires. This pipeline ensures a secure, validated, and persistent login experience.</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329789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route protection and logout functionality within the Flask authentication system. The @login_required decorator safeguards sensitive pages—such as dashboards or admin panels—by verifying that a valid authenticated session exists before allowing access. If a non‑authenticated visitor attempts to access such a route, Flask‑Login automatically redirects them to the login page. Meanwhile, the current_user proxy provides template and backend access to the active user's details, allowing features like personalized greetings (e.g., “Welcome, admin!”). When the user decides to sign out, logout_user() is executed to remove their user_id from the session and clear authentication data, preventing unauthorized use of their session and effectively returning the application to a secure default state. Together, these mechanisms ensure strong access control and proper session termination.</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6983086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8" name="Title 7">
            <a:extLst>
              <a:ext uri="{FF2B5EF4-FFF2-40B4-BE49-F238E27FC236}">
                <a16:creationId xmlns:a16="http://schemas.microsoft.com/office/drawing/2014/main" id="{49EADE56-83C3-A0FE-16E6-4951D485245E}"/>
              </a:ext>
            </a:extLst>
          </p:cNvPr>
          <p:cNvSpPr>
            <a:spLocks noGrp="1"/>
          </p:cNvSpPr>
          <p:nvPr>
            <p:ph type="title"/>
          </p:nvPr>
        </p:nvSpPr>
        <p:spPr>
          <a:xfrm>
            <a:off x="5225142" y="1129552"/>
            <a:ext cx="6305441" cy="3475237"/>
          </a:xfrm>
        </p:spPr>
        <p:txBody>
          <a:bodyPr anchor="b">
            <a:normAutofit/>
          </a:bodyPr>
          <a:lstStyle>
            <a:lvl1pPr>
              <a:defRPr sz="5400" baseline="0">
                <a:solidFill>
                  <a:schemeClr val="bg1"/>
                </a:solidFill>
                <a:highlight>
                  <a:srgbClr val="000000"/>
                </a:highlight>
              </a:defRPr>
            </a:lvl1pPr>
          </a:lstStyle>
          <a:p>
            <a:r>
              <a:rPr lang="en-US" dirty="0"/>
              <a:t>Click to edit Master title style</a:t>
            </a:r>
          </a:p>
        </p:txBody>
      </p:sp>
      <p:sp>
        <p:nvSpPr>
          <p:cNvPr id="12" name="Text Placeholder 11">
            <a:extLst>
              <a:ext uri="{FF2B5EF4-FFF2-40B4-BE49-F238E27FC236}">
                <a16:creationId xmlns:a16="http://schemas.microsoft.com/office/drawing/2014/main" id="{2A12605A-4E59-2133-7372-7B21BC55C9F5}"/>
              </a:ext>
            </a:extLst>
          </p:cNvPr>
          <p:cNvSpPr>
            <a:spLocks noGrp="1"/>
          </p:cNvSpPr>
          <p:nvPr>
            <p:ph type="body" sz="quarter" idx="14"/>
          </p:nvPr>
        </p:nvSpPr>
        <p:spPr>
          <a:xfrm>
            <a:off x="7169150" y="4730750"/>
            <a:ext cx="4205288" cy="1185863"/>
          </a:xfrm>
        </p:spPr>
        <p:txBody>
          <a:bodyPr>
            <a:normAutofit/>
          </a:bodyPr>
          <a:lstStyle>
            <a:lvl1pPr marL="0" indent="0">
              <a:buNone/>
              <a:defRPr sz="18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58211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D96F6A0-07FF-1828-19D1-FE1D9B92187E}"/>
              </a:ext>
            </a:extLst>
          </p:cNvPr>
          <p:cNvSpPr>
            <a:spLocks noGrp="1"/>
          </p:cNvSpPr>
          <p:nvPr>
            <p:ph type="title"/>
          </p:nvPr>
        </p:nvSpPr>
        <p:spPr>
          <a:xfrm>
            <a:off x="621792" y="548640"/>
            <a:ext cx="11060134" cy="73152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21792" y="1463040"/>
            <a:ext cx="11064240" cy="493776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1956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6858000"/>
          </a:xfrm>
          <a:blipFill>
            <a:blip r:embed="rId2">
              <a:alphaModFix amt="70000"/>
            </a:blip>
            <a:stretch>
              <a:fillRect l="-1"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5" name="Title 4">
            <a:extLst>
              <a:ext uri="{FF2B5EF4-FFF2-40B4-BE49-F238E27FC236}">
                <a16:creationId xmlns:a16="http://schemas.microsoft.com/office/drawing/2014/main" id="{C859CFCC-A209-BC62-7D95-E14802747B73}"/>
              </a:ext>
            </a:extLst>
          </p:cNvPr>
          <p:cNvSpPr>
            <a:spLocks noGrp="1"/>
          </p:cNvSpPr>
          <p:nvPr>
            <p:ph type="title"/>
          </p:nvPr>
        </p:nvSpPr>
        <p:spPr>
          <a:xfrm>
            <a:off x="365760" y="4578236"/>
            <a:ext cx="11460480" cy="1005840"/>
          </a:xfrm>
        </p:spPr>
        <p:txBody>
          <a:bodyPr>
            <a:normAutofit/>
          </a:bodyPr>
          <a:lstStyle>
            <a:lvl1pPr>
              <a:defRPr sz="6000">
                <a:solidFill>
                  <a:schemeClr val="bg1"/>
                </a:solidFill>
                <a:highlight>
                  <a:srgbClr val="000000"/>
                </a:highlight>
              </a:defRPr>
            </a:lvl1pPr>
          </a:lstStyle>
          <a:p>
            <a:r>
              <a:rPr lang="en-US" dirty="0"/>
              <a:t>Click to edit Master title style</a:t>
            </a:r>
          </a:p>
        </p:txBody>
      </p:sp>
      <p:sp>
        <p:nvSpPr>
          <p:cNvPr id="8" name="Text Placeholder 7">
            <a:extLst>
              <a:ext uri="{FF2B5EF4-FFF2-40B4-BE49-F238E27FC236}">
                <a16:creationId xmlns:a16="http://schemas.microsoft.com/office/drawing/2014/main" id="{B4A8C58E-A6CA-D397-8711-C68CD070C4BC}"/>
              </a:ext>
            </a:extLst>
          </p:cNvPr>
          <p:cNvSpPr>
            <a:spLocks noGrp="1"/>
          </p:cNvSpPr>
          <p:nvPr>
            <p:ph type="body" sz="quarter" idx="14"/>
          </p:nvPr>
        </p:nvSpPr>
        <p:spPr>
          <a:xfrm>
            <a:off x="1013460" y="5668625"/>
            <a:ext cx="10813415" cy="480373"/>
          </a:xfrm>
        </p:spPr>
        <p:txBody>
          <a:bodyPr>
            <a:normAutofit/>
          </a:bodyPr>
          <a:lstStyle>
            <a:lvl1pPr marL="0" indent="0">
              <a:buNone/>
              <a:defRPr sz="20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7302042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8" name="Title 7">
            <a:extLst>
              <a:ext uri="{FF2B5EF4-FFF2-40B4-BE49-F238E27FC236}">
                <a16:creationId xmlns:a16="http://schemas.microsoft.com/office/drawing/2014/main" id="{CFCD2E37-9854-D80D-B906-C29C37FAACC5}"/>
              </a:ext>
            </a:extLst>
          </p:cNvPr>
          <p:cNvSpPr>
            <a:spLocks noGrp="1"/>
          </p:cNvSpPr>
          <p:nvPr>
            <p:ph type="title"/>
          </p:nvPr>
        </p:nvSpPr>
        <p:spPr>
          <a:xfrm>
            <a:off x="365758" y="411480"/>
            <a:ext cx="6309360" cy="3739896"/>
          </a:xfrm>
        </p:spPr>
        <p:txBody>
          <a:bodyPr>
            <a:normAutofit/>
          </a:bodyPr>
          <a:lstStyle>
            <a:lvl1pPr>
              <a:defRPr sz="5400">
                <a:solidFill>
                  <a:schemeClr val="bg1"/>
                </a:solidFill>
                <a:highlight>
                  <a:srgbClr val="000000"/>
                </a:highlight>
              </a:defRPr>
            </a:lvl1pPr>
          </a:lstStyle>
          <a:p>
            <a:r>
              <a:rPr lang="en-US" dirty="0"/>
              <a:t>Click to edit Master title style</a:t>
            </a:r>
          </a:p>
        </p:txBody>
      </p:sp>
      <p:sp>
        <p:nvSpPr>
          <p:cNvPr id="12" name="Text Placeholder 11">
            <a:extLst>
              <a:ext uri="{FF2B5EF4-FFF2-40B4-BE49-F238E27FC236}">
                <a16:creationId xmlns:a16="http://schemas.microsoft.com/office/drawing/2014/main" id="{927C0618-21FB-9390-740F-2734A4B2C28F}"/>
              </a:ext>
            </a:extLst>
          </p:cNvPr>
          <p:cNvSpPr>
            <a:spLocks noGrp="1"/>
          </p:cNvSpPr>
          <p:nvPr>
            <p:ph type="body" sz="quarter" idx="17"/>
          </p:nvPr>
        </p:nvSpPr>
        <p:spPr>
          <a:xfrm>
            <a:off x="365125" y="4873625"/>
            <a:ext cx="4206875" cy="1381125"/>
          </a:xfrm>
        </p:spPr>
        <p:txBody>
          <a:bodyPr anchor="b">
            <a:normAutofit/>
          </a:bodyPr>
          <a:lstStyle>
            <a:lvl1pPr marL="0" indent="0">
              <a:buNone/>
              <a:defRPr sz="1800"/>
            </a:lvl1pPr>
          </a:lstStyle>
          <a:p>
            <a:pPr lvl="0"/>
            <a:r>
              <a:rPr lang="en-US" dirty="0"/>
              <a:t>Click to edit Master text styles</a:t>
            </a:r>
          </a:p>
        </p:txBody>
      </p:sp>
      <p:sp>
        <p:nvSpPr>
          <p:cNvPr id="4" name="Date Placeholder 3">
            <a:extLst>
              <a:ext uri="{FF2B5EF4-FFF2-40B4-BE49-F238E27FC236}">
                <a16:creationId xmlns:a16="http://schemas.microsoft.com/office/drawing/2014/main" id="{6D9281F2-D41E-9A50-1809-3B8BE4C397CF}"/>
              </a:ext>
            </a:extLst>
          </p:cNvPr>
          <p:cNvSpPr>
            <a:spLocks noGrp="1"/>
          </p:cNvSpPr>
          <p:nvPr>
            <p:ph type="dt" sz="half" idx="14"/>
          </p:nvPr>
        </p:nvSpPr>
        <p:spPr>
          <a:xfrm>
            <a:off x="137160" y="6453002"/>
            <a:ext cx="914400" cy="365125"/>
          </a:xfrm>
        </p:spPr>
        <p:txBody>
          <a:bodyPr/>
          <a:lstStyle/>
          <a:p>
            <a:fld id="{D291CE83-67BA-4B15-B48A-7DC5C0636664}" type="datetime1">
              <a:rPr lang="en-US" smtClean="0"/>
              <a:t>3/9/2026</a:t>
            </a:fld>
            <a:endParaRPr lang="en-US" dirty="0"/>
          </a:p>
        </p:txBody>
      </p:sp>
      <p:sp>
        <p:nvSpPr>
          <p:cNvPr id="5" name="Footer Placeholder 4">
            <a:extLst>
              <a:ext uri="{FF2B5EF4-FFF2-40B4-BE49-F238E27FC236}">
                <a16:creationId xmlns:a16="http://schemas.microsoft.com/office/drawing/2014/main" id="{E9E57431-3702-2B75-B5FF-84422A85DBDF}"/>
              </a:ext>
            </a:extLst>
          </p:cNvPr>
          <p:cNvSpPr>
            <a:spLocks noGrp="1"/>
          </p:cNvSpPr>
          <p:nvPr>
            <p:ph type="ftr" sz="quarter" idx="15"/>
          </p:nvPr>
        </p:nvSpPr>
        <p:spPr>
          <a:xfrm>
            <a:off x="2061086" y="6453002"/>
            <a:ext cx="2805405"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5F43A420-FE13-2F4D-C208-338D8B00A6FC}"/>
              </a:ext>
            </a:extLst>
          </p:cNvPr>
          <p:cNvSpPr>
            <a:spLocks noGrp="1"/>
          </p:cNvSpPr>
          <p:nvPr>
            <p:ph type="sldNum" sz="quarter" idx="16"/>
          </p:nvPr>
        </p:nvSpPr>
        <p:spPr>
          <a:xfrm>
            <a:off x="4895519"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579724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5" name="Title 4">
            <a:extLst>
              <a:ext uri="{FF2B5EF4-FFF2-40B4-BE49-F238E27FC236}">
                <a16:creationId xmlns:a16="http://schemas.microsoft.com/office/drawing/2014/main" id="{3219ACF5-397A-E5C4-7B24-185F5D614B27}"/>
              </a:ext>
            </a:extLst>
          </p:cNvPr>
          <p:cNvSpPr>
            <a:spLocks noGrp="1"/>
          </p:cNvSpPr>
          <p:nvPr>
            <p:ph type="title"/>
          </p:nvPr>
        </p:nvSpPr>
        <p:spPr>
          <a:xfrm>
            <a:off x="365760" y="4578236"/>
            <a:ext cx="11460480" cy="1005840"/>
          </a:xfrm>
        </p:spPr>
        <p:txBody>
          <a:bodyPr>
            <a:normAutofit/>
          </a:bodyPr>
          <a:lstStyle>
            <a:lvl1pPr>
              <a:defRPr sz="6000">
                <a:solidFill>
                  <a:schemeClr val="bg1"/>
                </a:solidFill>
                <a:highlight>
                  <a:srgbClr val="000000"/>
                </a:highlight>
              </a:defRPr>
            </a:lvl1pPr>
          </a:lstStyle>
          <a:p>
            <a:r>
              <a:rPr lang="en-US" dirty="0"/>
              <a:t>Click to edit Master title style</a:t>
            </a:r>
          </a:p>
        </p:txBody>
      </p:sp>
      <p:sp>
        <p:nvSpPr>
          <p:cNvPr id="12" name="Text Placeholder 11">
            <a:extLst>
              <a:ext uri="{FF2B5EF4-FFF2-40B4-BE49-F238E27FC236}">
                <a16:creationId xmlns:a16="http://schemas.microsoft.com/office/drawing/2014/main" id="{D694DB79-4401-7DDD-FF63-CDCECE6DBD86}"/>
              </a:ext>
            </a:extLst>
          </p:cNvPr>
          <p:cNvSpPr>
            <a:spLocks noGrp="1"/>
          </p:cNvSpPr>
          <p:nvPr>
            <p:ph type="body" sz="quarter" idx="17"/>
          </p:nvPr>
        </p:nvSpPr>
        <p:spPr>
          <a:xfrm>
            <a:off x="1051560" y="5668963"/>
            <a:ext cx="10775315" cy="479425"/>
          </a:xfrm>
        </p:spPr>
        <p:txBody>
          <a:bodyPr>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3/9/2026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56386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25BA9F2-E4EE-DC00-38EB-9DB37D8DB61D}"/>
              </a:ext>
            </a:extLst>
          </p:cNvPr>
          <p:cNvSpPr>
            <a:spLocks noGrp="1"/>
          </p:cNvSpPr>
          <p:nvPr>
            <p:ph type="title"/>
          </p:nvPr>
        </p:nvSpPr>
        <p:spPr>
          <a:xfrm>
            <a:off x="612648" y="548640"/>
            <a:ext cx="8229600" cy="3635796"/>
          </a:xfrm>
        </p:spPr>
        <p:txBody>
          <a:bodyPr>
            <a:noAutofit/>
          </a:bodyPr>
          <a:lstStyle>
            <a:lvl1pPr>
              <a:defRPr sz="7200">
                <a:solidFill>
                  <a:schemeClr val="bg1"/>
                </a:solidFill>
                <a:highlight>
                  <a:srgbClr val="000000"/>
                </a:highlight>
              </a:defRPr>
            </a:lvl1pPr>
          </a:lstStyle>
          <a:p>
            <a:r>
              <a:rPr lang="en-US"/>
              <a:t>Click to edit Master title style</a:t>
            </a:r>
          </a:p>
        </p:txBody>
      </p:sp>
      <p:sp>
        <p:nvSpPr>
          <p:cNvPr id="11" name="Text Placeholder 10">
            <a:extLst>
              <a:ext uri="{FF2B5EF4-FFF2-40B4-BE49-F238E27FC236}">
                <a16:creationId xmlns:a16="http://schemas.microsoft.com/office/drawing/2014/main" id="{AA4A78EC-6E25-CB64-8758-D3143F0EC56B}"/>
              </a:ext>
            </a:extLst>
          </p:cNvPr>
          <p:cNvSpPr>
            <a:spLocks noGrp="1"/>
          </p:cNvSpPr>
          <p:nvPr>
            <p:ph type="body" sz="quarter" idx="13"/>
          </p:nvPr>
        </p:nvSpPr>
        <p:spPr>
          <a:xfrm>
            <a:off x="612775" y="4473575"/>
            <a:ext cx="6654800" cy="1544638"/>
          </a:xfrm>
        </p:spPr>
        <p:txBody>
          <a:bodyPr anchor="b">
            <a:normAutofit/>
          </a:bodyPr>
          <a:lstStyle>
            <a:lvl1pPr marL="0" indent="0">
              <a:buNone/>
              <a:defRPr sz="22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214672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CF6B10-9A05-A63E-2BC3-C8D55D0D26F5}"/>
              </a:ext>
            </a:extLst>
          </p:cNvPr>
          <p:cNvSpPr>
            <a:spLocks noGrp="1"/>
          </p:cNvSpPr>
          <p:nvPr>
            <p:ph type="title"/>
          </p:nvPr>
        </p:nvSpPr>
        <p:spPr>
          <a:xfrm>
            <a:off x="612648" y="854238"/>
            <a:ext cx="7876287" cy="3592629"/>
          </a:xfrm>
        </p:spPr>
        <p:txBody>
          <a:bodyPr anchor="b">
            <a:normAutofit/>
          </a:bodyPr>
          <a:lstStyle>
            <a:lvl1pPr>
              <a:defRPr sz="7200">
                <a:solidFill>
                  <a:schemeClr val="bg1"/>
                </a:solidFill>
                <a:highlight>
                  <a:srgbClr val="000000"/>
                </a:highlight>
              </a:defRPr>
            </a:lvl1pPr>
          </a:lstStyle>
          <a:p>
            <a:r>
              <a:rPr lang="en-US" dirty="0"/>
              <a:t>Click to edit Master title style</a:t>
            </a:r>
          </a:p>
        </p:txBody>
      </p:sp>
      <p:sp>
        <p:nvSpPr>
          <p:cNvPr id="11" name="Text Placeholder 10">
            <a:extLst>
              <a:ext uri="{FF2B5EF4-FFF2-40B4-BE49-F238E27FC236}">
                <a16:creationId xmlns:a16="http://schemas.microsoft.com/office/drawing/2014/main" id="{0FA8333A-04DC-D74B-258C-1EB6D22D4BAC}"/>
              </a:ext>
            </a:extLst>
          </p:cNvPr>
          <p:cNvSpPr>
            <a:spLocks noGrp="1"/>
          </p:cNvSpPr>
          <p:nvPr>
            <p:ph type="body" sz="quarter" idx="13"/>
          </p:nvPr>
        </p:nvSpPr>
        <p:spPr>
          <a:xfrm>
            <a:off x="612775" y="4616450"/>
            <a:ext cx="7377113" cy="1016000"/>
          </a:xfrm>
        </p:spPr>
        <p:txBody>
          <a:bodyPr>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91482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507382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lumMod val="1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C495B9-31B7-A921-454B-E736C53FF6FD}"/>
              </a:ext>
            </a:extLst>
          </p:cNvPr>
          <p:cNvSpPr>
            <a:spLocks noGrp="1"/>
          </p:cNvSpPr>
          <p:nvPr>
            <p:ph type="title"/>
          </p:nvPr>
        </p:nvSpPr>
        <p:spPr>
          <a:xfrm>
            <a:off x="365760" y="1801368"/>
            <a:ext cx="8602201" cy="4572000"/>
          </a:xfrm>
        </p:spPr>
        <p:txBody>
          <a:bodyPr anchor="b">
            <a:normAutofit/>
          </a:bodyPr>
          <a:lstStyle>
            <a:lvl1pPr>
              <a:defRPr sz="6000">
                <a:solidFill>
                  <a:schemeClr val="bg1"/>
                </a:solidFill>
                <a:highlight>
                  <a:srgbClr val="FFFFFF"/>
                </a:highlight>
              </a:defRPr>
            </a:lvl1pPr>
          </a:lstStyle>
          <a:p>
            <a:r>
              <a:rPr lang="en-US"/>
              <a:t>Click to edit Master title style</a:t>
            </a:r>
          </a:p>
        </p:txBody>
      </p:sp>
      <p:sp>
        <p:nvSpPr>
          <p:cNvPr id="3" name="Date Placeholder 2">
            <a:extLst>
              <a:ext uri="{FF2B5EF4-FFF2-40B4-BE49-F238E27FC236}">
                <a16:creationId xmlns:a16="http://schemas.microsoft.com/office/drawing/2014/main" id="{8AF88F44-4C4F-85C2-1FE6-2123E5283326}"/>
              </a:ext>
            </a:extLst>
          </p:cNvPr>
          <p:cNvSpPr>
            <a:spLocks noGrp="1"/>
          </p:cNvSpPr>
          <p:nvPr>
            <p:ph type="dt" sz="half" idx="10"/>
          </p:nvPr>
        </p:nvSpPr>
        <p:spPr>
          <a:xfrm>
            <a:off x="137160" y="85237"/>
            <a:ext cx="3494314" cy="365125"/>
          </a:xfrm>
        </p:spPr>
        <p:txBody>
          <a:bodyPr/>
          <a:lstStyle/>
          <a:p>
            <a:fld id="{D291CE83-67BA-4B15-B48A-7DC5C0636664}" type="datetime1">
              <a:rPr lang="en-US" smtClean="0"/>
              <a:t>3/9/2026</a:t>
            </a:fld>
            <a:endParaRPr lang="en-US" dirty="0"/>
          </a:p>
        </p:txBody>
      </p:sp>
      <p:sp>
        <p:nvSpPr>
          <p:cNvPr id="7" name="Footer Placeholder 6">
            <a:extLst>
              <a:ext uri="{FF2B5EF4-FFF2-40B4-BE49-F238E27FC236}">
                <a16:creationId xmlns:a16="http://schemas.microsoft.com/office/drawing/2014/main" id="{04FA8B22-3C74-0DF4-C4FE-B5F3DD109F7E}"/>
              </a:ext>
            </a:extLst>
          </p:cNvPr>
          <p:cNvSpPr>
            <a:spLocks noGrp="1"/>
          </p:cNvSpPr>
          <p:nvPr>
            <p:ph type="ftr" sz="quarter" idx="11"/>
          </p:nvPr>
        </p:nvSpPr>
        <p:spPr>
          <a:xfrm>
            <a:off x="8847493" y="85237"/>
            <a:ext cx="2805405" cy="365125"/>
          </a:xfrm>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0CEEDE28-9EB0-1179-9BB8-354B44AFCA1F}"/>
              </a:ext>
            </a:extLst>
          </p:cNvPr>
          <p:cNvSpPr>
            <a:spLocks noGrp="1"/>
          </p:cNvSpPr>
          <p:nvPr>
            <p:ph type="sldNum" sz="quarter" idx="12"/>
          </p:nvPr>
        </p:nvSpPr>
        <p:spPr>
          <a:xfrm>
            <a:off x="11681926" y="85237"/>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992682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1792" y="664108"/>
            <a:ext cx="8467558" cy="1554480"/>
          </a:xfrm>
        </p:spPr>
        <p:txBody>
          <a:bodyPr anchor="b">
            <a:normAutofit/>
          </a:bodyPr>
          <a:lstStyle>
            <a:lvl1pPr>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90261" y="2560320"/>
            <a:ext cx="7489944" cy="3689909"/>
          </a:xfrm>
        </p:spPr>
        <p:txBody>
          <a:bodyPr>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3/9/2026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83886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EEE9D05A-2BD6-0F92-5A5D-FFA6FFF54EAD}"/>
              </a:ext>
            </a:extLst>
          </p:cNvPr>
          <p:cNvSpPr>
            <a:spLocks noGrp="1"/>
          </p:cNvSpPr>
          <p:nvPr>
            <p:ph type="pic" sz="quarter" idx="14" hasCustomPrompt="1"/>
          </p:nvPr>
        </p:nvSpPr>
        <p:spPr>
          <a:xfrm>
            <a:off x="5607050" y="0"/>
            <a:ext cx="658495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1792" y="664108"/>
            <a:ext cx="7007353" cy="1554480"/>
          </a:xfrm>
        </p:spPr>
        <p:txBody>
          <a:bodyPr anchor="b">
            <a:normAutofit/>
          </a:bodyPr>
          <a:lstStyle>
            <a:lvl1pPr>
              <a:defRPr sz="4000">
                <a:solidFill>
                  <a:schemeClr val="bg1"/>
                </a:solidFill>
                <a:highlight>
                  <a:srgbClr val="000000"/>
                </a:highligh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1792" y="2560318"/>
            <a:ext cx="4381756" cy="3840480"/>
          </a:xfrm>
        </p:spPr>
        <p:txBody>
          <a:bodyPr>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aren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37160" y="6453002"/>
            <a:ext cx="731520" cy="365125"/>
          </a:xfrm>
        </p:spPr>
        <p:txBody>
          <a:bodyPr/>
          <a:lstStyle/>
          <a:p>
            <a:fld id="{8A60B404-9532-4DA8-8A40-EC339A5BE635}" type="datetime1">
              <a:rPr lang="en-US" smtClean="0"/>
              <a:t>3/9/2026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794098" y="6453002"/>
            <a:ext cx="2805405"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4619500" y="6453002"/>
            <a:ext cx="384048"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42081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D3947E4-0E5A-6C3B-F8B1-906CCD4AF0B0}"/>
              </a:ext>
            </a:extLst>
          </p:cNvPr>
          <p:cNvSpPr>
            <a:spLocks noGrp="1"/>
          </p:cNvSpPr>
          <p:nvPr>
            <p:ph type="title"/>
          </p:nvPr>
        </p:nvSpPr>
        <p:spPr>
          <a:xfrm>
            <a:off x="621792" y="3172968"/>
            <a:ext cx="4389120" cy="2286000"/>
          </a:xfrm>
        </p:spPr>
        <p:txBody>
          <a:bodyPr/>
          <a:lstStyle>
            <a:lvl1pPr>
              <a:defRPr>
                <a:solidFill>
                  <a:schemeClr val="bg1"/>
                </a:solidFill>
                <a:highlight>
                  <a:srgbClr val="000000"/>
                </a:highlight>
              </a:defRPr>
            </a:lvl1pPr>
          </a:lstStyle>
          <a:p>
            <a:r>
              <a:rPr lang="en-US" dirty="0"/>
              <a:t>Click to edit Master title style</a:t>
            </a:r>
          </a:p>
        </p:txBody>
      </p:sp>
      <p:sp>
        <p:nvSpPr>
          <p:cNvPr id="11" name="Content Placeholder 10">
            <a:extLst>
              <a:ext uri="{FF2B5EF4-FFF2-40B4-BE49-F238E27FC236}">
                <a16:creationId xmlns:a16="http://schemas.microsoft.com/office/drawing/2014/main" id="{4653C462-6951-9D34-B643-4C411CF5B048}"/>
              </a:ext>
            </a:extLst>
          </p:cNvPr>
          <p:cNvSpPr>
            <a:spLocks noGrp="1"/>
          </p:cNvSpPr>
          <p:nvPr>
            <p:ph sz="quarter" idx="14"/>
          </p:nvPr>
        </p:nvSpPr>
        <p:spPr>
          <a:xfrm>
            <a:off x="6272784" y="3172523"/>
            <a:ext cx="4572000" cy="228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3/9/2026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2436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3172968"/>
            <a:ext cx="4389120" cy="320040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3172968"/>
            <a:ext cx="4325112" cy="32004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20014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3840480" cy="420624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7" y="548640"/>
            <a:ext cx="5669280" cy="42062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13195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4145582" cy="539496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548640"/>
            <a:ext cx="5681662" cy="5394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36998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3749040" cy="576072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548640"/>
            <a:ext cx="7223760" cy="57607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55179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161034" y="0"/>
            <a:ext cx="8030965" cy="6858000"/>
          </a:xfrm>
          <a:blipFill>
            <a:blip r:embed="rId2">
              <a:alphaModFix amt="70000"/>
            </a:blip>
            <a:stretch>
              <a:fillRect l="58" t="1" b="-8023"/>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40"/>
            <a:ext cx="5070955" cy="246888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21792" y="3172968"/>
            <a:ext cx="3273552" cy="2889504"/>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194560"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41742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622582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CFBEC6DB-65AC-E7B8-5B01-86A24AC4A974}"/>
              </a:ext>
            </a:extLst>
          </p:cNvPr>
          <p:cNvSpPr>
            <a:spLocks noGrp="1"/>
          </p:cNvSpPr>
          <p:nvPr>
            <p:ph type="pic" sz="quarter" idx="13" hasCustomPrompt="1"/>
          </p:nvPr>
        </p:nvSpPr>
        <p:spPr>
          <a:xfrm>
            <a:off x="0" y="0"/>
            <a:ext cx="8030965" cy="6858000"/>
          </a:xfrm>
          <a:blipFill>
            <a:blip r:embed="rId2">
              <a:alphaModFix amt="70000"/>
            </a:blip>
            <a:stretch>
              <a:fillRect l="58" t="1" b="-8023"/>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32648" y="548639"/>
            <a:ext cx="4757112" cy="246888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7202" y="3168722"/>
            <a:ext cx="3273552" cy="2884605"/>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210814F-321B-0961-76C0-D43819D01B76}"/>
              </a:ext>
            </a:extLst>
          </p:cNvPr>
          <p:cNvSpPr>
            <a:spLocks noGrp="1"/>
          </p:cNvSpPr>
          <p:nvPr>
            <p:ph type="dt" sz="half" idx="15"/>
          </p:nvPr>
        </p:nvSpPr>
        <p:spPr>
          <a:xfrm>
            <a:off x="8321040" y="6453002"/>
            <a:ext cx="1097280" cy="365125"/>
          </a:xfrm>
        </p:spPr>
        <p:txBody>
          <a:bodyPr/>
          <a:lstStyle/>
          <a:p>
            <a:fld id="{D291CE83-67BA-4B15-B48A-7DC5C0636664}" type="datetime1">
              <a:rPr lang="en-US" smtClean="0"/>
              <a:t>3/9/2026</a:t>
            </a:fld>
            <a:endParaRPr lang="en-US" dirty="0"/>
          </a:p>
        </p:txBody>
      </p:sp>
      <p:sp>
        <p:nvSpPr>
          <p:cNvPr id="9" name="Footer Placeholder 8">
            <a:extLst>
              <a:ext uri="{FF2B5EF4-FFF2-40B4-BE49-F238E27FC236}">
                <a16:creationId xmlns:a16="http://schemas.microsoft.com/office/drawing/2014/main" id="{8AF9EDD3-41A3-11D1-DCB0-9A8126C5D7EC}"/>
              </a:ext>
            </a:extLst>
          </p:cNvPr>
          <p:cNvSpPr>
            <a:spLocks noGrp="1"/>
          </p:cNvSpPr>
          <p:nvPr>
            <p:ph type="ftr" sz="quarter" idx="16"/>
          </p:nvPr>
        </p:nvSpPr>
        <p:spPr>
          <a:xfrm>
            <a:off x="9418320" y="6453002"/>
            <a:ext cx="2234578"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689D9E49-2211-8D1A-C39E-2884056E6C73}"/>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246102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7567" y="3939967"/>
            <a:ext cx="4297680" cy="2462630"/>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2487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13A3F4-E223-745E-5A5E-95DF707B229D}"/>
              </a:ext>
            </a:extLst>
          </p:cNvPr>
          <p:cNvSpPr>
            <a:spLocks noGrp="1"/>
          </p:cNvSpPr>
          <p:nvPr>
            <p:ph type="pic" sz="quarter" idx="18" hasCustomPrompt="1"/>
          </p:nvPr>
        </p:nvSpPr>
        <p:spPr>
          <a:xfrm>
            <a:off x="0" y="0"/>
            <a:ext cx="7584144"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65484" y="548639"/>
            <a:ext cx="4948747" cy="155448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56079"/>
            <a:ext cx="3401568" cy="4052646"/>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50E7F2C8-9BB5-5A36-DB20-9787777B5325}"/>
              </a:ext>
            </a:extLst>
          </p:cNvPr>
          <p:cNvSpPr>
            <a:spLocks noGrp="1"/>
          </p:cNvSpPr>
          <p:nvPr>
            <p:ph type="dt" sz="half" idx="19"/>
          </p:nvPr>
        </p:nvSpPr>
        <p:spPr>
          <a:xfrm>
            <a:off x="8212790" y="6453002"/>
            <a:ext cx="700122" cy="365125"/>
          </a:xfrm>
        </p:spPr>
        <p:txBody>
          <a:bodyPr/>
          <a:lstStyle/>
          <a:p>
            <a:fld id="{D291CE83-67BA-4B15-B48A-7DC5C0636664}" type="datetime1">
              <a:rPr lang="en-US" smtClean="0"/>
              <a:t>3/9/2026</a:t>
            </a:fld>
            <a:endParaRPr lang="en-US" dirty="0"/>
          </a:p>
        </p:txBody>
      </p:sp>
      <p:sp>
        <p:nvSpPr>
          <p:cNvPr id="6" name="Footer Placeholder 5">
            <a:extLst>
              <a:ext uri="{FF2B5EF4-FFF2-40B4-BE49-F238E27FC236}">
                <a16:creationId xmlns:a16="http://schemas.microsoft.com/office/drawing/2014/main" id="{75E82E6E-2852-09FE-EC5A-6731A616887B}"/>
              </a:ext>
            </a:extLst>
          </p:cNvPr>
          <p:cNvSpPr>
            <a:spLocks noGrp="1"/>
          </p:cNvSpPr>
          <p:nvPr>
            <p:ph type="ftr" sz="quarter" idx="20"/>
          </p:nvPr>
        </p:nvSpPr>
        <p:spPr>
          <a:xfrm>
            <a:off x="9981282" y="6453002"/>
            <a:ext cx="1671616"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C13912C2-0382-F60C-2417-551BD5AC3331}"/>
              </a:ext>
            </a:extLst>
          </p:cNvPr>
          <p:cNvSpPr>
            <a:spLocks noGrp="1"/>
          </p:cNvSpPr>
          <p:nvPr>
            <p:ph type="sldNum" sz="quarter" idx="21"/>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921270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13A3F4-E223-745E-5A5E-95DF707B229D}"/>
              </a:ext>
            </a:extLst>
          </p:cNvPr>
          <p:cNvSpPr>
            <a:spLocks noGrp="1"/>
          </p:cNvSpPr>
          <p:nvPr>
            <p:ph type="pic" sz="quarter" idx="18" hasCustomPrompt="1"/>
          </p:nvPr>
        </p:nvSpPr>
        <p:spPr>
          <a:xfrm>
            <a:off x="4607856" y="0"/>
            <a:ext cx="7584144"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39"/>
            <a:ext cx="4937760" cy="146304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21792" y="2256079"/>
            <a:ext cx="3401568" cy="4052646"/>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20E7DDD-6501-D485-19E0-E21C13045FC3}"/>
              </a:ext>
            </a:extLst>
          </p:cNvPr>
          <p:cNvSpPr>
            <a:spLocks noGrp="1"/>
          </p:cNvSpPr>
          <p:nvPr>
            <p:ph type="dt" sz="half" idx="19"/>
          </p:nvPr>
        </p:nvSpPr>
        <p:spPr/>
        <p:txBody>
          <a:bodyPr/>
          <a:lstStyle/>
          <a:p>
            <a:fld id="{D291CE83-67BA-4B15-B48A-7DC5C0636664}" type="datetime1">
              <a:rPr lang="en-US" smtClean="0"/>
              <a:t>3/9/2026</a:t>
            </a:fld>
            <a:endParaRPr lang="en-US" dirty="0"/>
          </a:p>
        </p:txBody>
      </p:sp>
      <p:sp>
        <p:nvSpPr>
          <p:cNvPr id="6" name="Footer Placeholder 5">
            <a:extLst>
              <a:ext uri="{FF2B5EF4-FFF2-40B4-BE49-F238E27FC236}">
                <a16:creationId xmlns:a16="http://schemas.microsoft.com/office/drawing/2014/main" id="{7FCC5AD7-9689-4766-9146-F208F76BCED6}"/>
              </a:ext>
            </a:extLst>
          </p:cNvPr>
          <p:cNvSpPr>
            <a:spLocks noGrp="1"/>
          </p:cNvSpPr>
          <p:nvPr>
            <p:ph type="ftr" sz="quarter" idx="20"/>
          </p:nvPr>
        </p:nvSpPr>
        <p:spPr>
          <a:xfrm>
            <a:off x="2071151" y="6453002"/>
            <a:ext cx="1561447"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A1D21F3F-3845-6D40-C9D6-BE26C3852D58}"/>
              </a:ext>
            </a:extLst>
          </p:cNvPr>
          <p:cNvSpPr>
            <a:spLocks noGrp="1"/>
          </p:cNvSpPr>
          <p:nvPr>
            <p:ph type="sldNum" sz="quarter" idx="21"/>
          </p:nvPr>
        </p:nvSpPr>
        <p:spPr>
          <a:xfrm>
            <a:off x="3661626"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961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09768" y="548640"/>
            <a:ext cx="6217920" cy="1425587"/>
          </a:xfrm>
        </p:spPr>
        <p:txBody>
          <a:bodyPr anchor="b">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73829" y="2103120"/>
            <a:ext cx="4572000" cy="42976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C7EAF46-1E68-65AC-7FFE-0B11DA3B892A}"/>
              </a:ext>
            </a:extLst>
          </p:cNvPr>
          <p:cNvSpPr>
            <a:spLocks noGrp="1"/>
          </p:cNvSpPr>
          <p:nvPr>
            <p:ph type="dt" sz="half" idx="15"/>
          </p:nvPr>
        </p:nvSpPr>
        <p:spPr>
          <a:xfrm>
            <a:off x="6973829" y="6453002"/>
            <a:ext cx="914400" cy="365125"/>
          </a:xfrm>
        </p:spPr>
        <p:txBody>
          <a:bodyPr/>
          <a:lstStyle/>
          <a:p>
            <a:fld id="{D291CE83-67BA-4B15-B48A-7DC5C0636664}" type="datetime1">
              <a:rPr lang="en-US" smtClean="0"/>
              <a:t>3/9/2026</a:t>
            </a:fld>
            <a:endParaRPr lang="en-US" dirty="0"/>
          </a:p>
        </p:txBody>
      </p:sp>
      <p:sp>
        <p:nvSpPr>
          <p:cNvPr id="4" name="Footer Placeholder 3">
            <a:extLst>
              <a:ext uri="{FF2B5EF4-FFF2-40B4-BE49-F238E27FC236}">
                <a16:creationId xmlns:a16="http://schemas.microsoft.com/office/drawing/2014/main" id="{96592920-42E4-564A-FF10-87A61B290C03}"/>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832E3C91-6E96-4B5B-04BF-42DADB92908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821198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6053957" cy="1463040"/>
          </a:xfrm>
        </p:spPr>
        <p:txBody>
          <a:bodyPr anchor="b">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2103120"/>
            <a:ext cx="4572000" cy="42976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89F9E2B8-D05E-4F3F-12A0-E5305B9DFCC0}"/>
              </a:ext>
            </a:extLst>
          </p:cNvPr>
          <p:cNvSpPr>
            <a:spLocks noGrp="1"/>
          </p:cNvSpPr>
          <p:nvPr>
            <p:ph type="dt" sz="half" idx="15"/>
          </p:nvPr>
        </p:nvSpPr>
        <p:spPr/>
        <p:txBody>
          <a:bodyPr/>
          <a:lstStyle/>
          <a:p>
            <a:fld id="{D291CE83-67BA-4B15-B48A-7DC5C0636664}" type="datetime1">
              <a:rPr lang="en-US" smtClean="0"/>
              <a:t>3/9/2026</a:t>
            </a:fld>
            <a:endParaRPr lang="en-US" dirty="0"/>
          </a:p>
        </p:txBody>
      </p:sp>
      <p:sp>
        <p:nvSpPr>
          <p:cNvPr id="4" name="Footer Placeholder 3">
            <a:extLst>
              <a:ext uri="{FF2B5EF4-FFF2-40B4-BE49-F238E27FC236}">
                <a16:creationId xmlns:a16="http://schemas.microsoft.com/office/drawing/2014/main" id="{ABDA3C70-C3A2-760D-DB41-E2BD236A9937}"/>
              </a:ext>
            </a:extLst>
          </p:cNvPr>
          <p:cNvSpPr>
            <a:spLocks noGrp="1"/>
          </p:cNvSpPr>
          <p:nvPr>
            <p:ph type="ftr" sz="quarter" idx="16"/>
          </p:nvPr>
        </p:nvSpPr>
        <p:spPr>
          <a:xfrm>
            <a:off x="1983968"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B5ECB50E-B5F6-7D99-DDA6-E940617BD399}"/>
              </a:ext>
            </a:extLst>
          </p:cNvPr>
          <p:cNvSpPr>
            <a:spLocks noGrp="1"/>
          </p:cNvSpPr>
          <p:nvPr>
            <p:ph type="sldNum" sz="quarter" idx="17"/>
          </p:nvPr>
        </p:nvSpPr>
        <p:spPr>
          <a:xfrm>
            <a:off x="4818401"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44700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2831865"/>
            <a:ext cx="3291840" cy="3097879"/>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44941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blip>
            <a:stretch>
              <a:fillRect/>
            </a:stretch>
          </a:blipFill>
        </p:spPr>
        <p:txBody>
          <a:bodyPr vert="horz" lIns="91440" tIns="0" rIns="0" bIns="0" rtlCol="0">
            <a:noAutofit/>
          </a:bodyPr>
          <a:lstStyle>
            <a:lvl1pPr marL="0" indent="0">
              <a:buNone/>
              <a:defRPr lang="en-US" sz="2400" b="0" i="0" dirty="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48640"/>
            <a:ext cx="3296110" cy="3464709"/>
          </a:xfrm>
        </p:spPr>
        <p:txBody>
          <a:bodyPr anchor="b"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76917F9-B16A-7D27-FCAF-B93E50E4D6C5}"/>
              </a:ext>
            </a:extLst>
          </p:cNvPr>
          <p:cNvSpPr>
            <a:spLocks noGrp="1"/>
          </p:cNvSpPr>
          <p:nvPr>
            <p:ph type="dt" sz="half" idx="15"/>
          </p:nvPr>
        </p:nvSpPr>
        <p:spPr>
          <a:xfrm>
            <a:off x="137160" y="82296"/>
            <a:ext cx="914400" cy="365125"/>
          </a:xfrm>
        </p:spPr>
        <p:txBody>
          <a:bodyPr/>
          <a:lstStyle/>
          <a:p>
            <a:fld id="{D291CE83-67BA-4B15-B48A-7DC5C0636664}" type="datetime1">
              <a:rPr lang="en-US" smtClean="0"/>
              <a:t>3/9/2026</a:t>
            </a:fld>
            <a:endParaRPr lang="en-US" dirty="0"/>
          </a:p>
        </p:txBody>
      </p:sp>
      <p:sp>
        <p:nvSpPr>
          <p:cNvPr id="4" name="Footer Placeholder 3">
            <a:extLst>
              <a:ext uri="{FF2B5EF4-FFF2-40B4-BE49-F238E27FC236}">
                <a16:creationId xmlns:a16="http://schemas.microsoft.com/office/drawing/2014/main" id="{3F9941E9-FB5D-31CC-0E61-E72E8858EF13}"/>
              </a:ext>
            </a:extLst>
          </p:cNvPr>
          <p:cNvSpPr>
            <a:spLocks noGrp="1"/>
          </p:cNvSpPr>
          <p:nvPr>
            <p:ph type="ftr" sz="quarter" idx="16"/>
          </p:nvPr>
        </p:nvSpPr>
        <p:spPr>
          <a:xfrm>
            <a:off x="8847493" y="82296"/>
            <a:ext cx="2805405" cy="365125"/>
          </a:xfrm>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9E528D2-D050-4FE8-C06B-79E43D61A320}"/>
              </a:ext>
            </a:extLst>
          </p:cNvPr>
          <p:cNvSpPr>
            <a:spLocks noGrp="1"/>
          </p:cNvSpPr>
          <p:nvPr>
            <p:ph type="sldNum" sz="quarter" idx="17"/>
          </p:nvPr>
        </p:nvSpPr>
        <p:spPr>
          <a:xfrm>
            <a:off x="11681926" y="82296"/>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61022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72062" y="548640"/>
            <a:ext cx="7738491" cy="114300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7AC6081-2309-5F36-0983-5C010DC1163F}"/>
              </a:ext>
            </a:extLst>
          </p:cNvPr>
          <p:cNvSpPr>
            <a:spLocks noGrp="1"/>
          </p:cNvSpPr>
          <p:nvPr>
            <p:ph type="dt" sz="half" idx="15"/>
          </p:nvPr>
        </p:nvSpPr>
        <p:spPr>
          <a:xfrm>
            <a:off x="5538937" y="6453002"/>
            <a:ext cx="914400" cy="365125"/>
          </a:xfrm>
        </p:spPr>
        <p:txBody>
          <a:bodyPr/>
          <a:lstStyle/>
          <a:p>
            <a:fld id="{D291CE83-67BA-4B15-B48A-7DC5C0636664}" type="datetime1">
              <a:rPr lang="en-US" smtClean="0"/>
              <a:t>3/9/2026</a:t>
            </a:fld>
            <a:endParaRPr lang="en-US" dirty="0"/>
          </a:p>
        </p:txBody>
      </p:sp>
      <p:sp>
        <p:nvSpPr>
          <p:cNvPr id="5" name="Footer Placeholder 4">
            <a:extLst>
              <a:ext uri="{FF2B5EF4-FFF2-40B4-BE49-F238E27FC236}">
                <a16:creationId xmlns:a16="http://schemas.microsoft.com/office/drawing/2014/main" id="{CB2B736B-B406-9A7E-22AA-76A4D50B1C46}"/>
              </a:ext>
            </a:extLst>
          </p:cNvPr>
          <p:cNvSpPr>
            <a:spLocks noGrp="1"/>
          </p:cNvSpPr>
          <p:nvPr>
            <p:ph type="ftr" sz="quarter" idx="16"/>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7879AEA-65CD-C53A-46A6-3E0B7750CBD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2796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dirty="0"/>
            </a:lvl1pPr>
          </a:lstStyle>
          <a:p>
            <a:pPr lvl="0"/>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40"/>
            <a:ext cx="7717317" cy="114300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1792"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ED58995C-B2A0-2BD9-5A1B-B88CE0265AAE}"/>
              </a:ext>
            </a:extLst>
          </p:cNvPr>
          <p:cNvSpPr>
            <a:spLocks noGrp="1"/>
          </p:cNvSpPr>
          <p:nvPr>
            <p:ph type="dt" sz="half" idx="15"/>
          </p:nvPr>
        </p:nvSpPr>
        <p:spPr/>
        <p:txBody>
          <a:bodyPr/>
          <a:lstStyle/>
          <a:p>
            <a:fld id="{D291CE83-67BA-4B15-B48A-7DC5C0636664}" type="datetime1">
              <a:rPr lang="en-US" smtClean="0"/>
              <a:t>3/9/2026</a:t>
            </a:fld>
            <a:endParaRPr lang="en-US" dirty="0"/>
          </a:p>
        </p:txBody>
      </p:sp>
      <p:sp>
        <p:nvSpPr>
          <p:cNvPr id="4" name="Footer Placeholder 3">
            <a:extLst>
              <a:ext uri="{FF2B5EF4-FFF2-40B4-BE49-F238E27FC236}">
                <a16:creationId xmlns:a16="http://schemas.microsoft.com/office/drawing/2014/main" id="{70B089E1-B2B6-08A8-5859-8FDDB86379BD}"/>
              </a:ext>
            </a:extLst>
          </p:cNvPr>
          <p:cNvSpPr>
            <a:spLocks noGrp="1"/>
          </p:cNvSpPr>
          <p:nvPr>
            <p:ph type="ftr" sz="quarter" idx="16"/>
          </p:nvPr>
        </p:nvSpPr>
        <p:spPr>
          <a:xfrm>
            <a:off x="3645573" y="6453002"/>
            <a:ext cx="2805405"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17E5AF9F-BF31-C7BB-740C-349D3B0D62A5}"/>
              </a:ext>
            </a:extLst>
          </p:cNvPr>
          <p:cNvSpPr>
            <a:spLocks noGrp="1"/>
          </p:cNvSpPr>
          <p:nvPr>
            <p:ph type="sldNum" sz="quarter" idx="17"/>
          </p:nvPr>
        </p:nvSpPr>
        <p:spPr>
          <a:xfrm>
            <a:off x="6480006"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121475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4"/>
            <a:ext cx="10964029" cy="1005840"/>
          </a:xfrm>
        </p:spPr>
        <p:txBody>
          <a:bodyPr anchor="t" anchorCtr="0"/>
          <a:lstStyle>
            <a:lvl1pPr>
              <a:defRPr>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1792" y="1828800"/>
            <a:ext cx="557784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48059" y="1828798"/>
            <a:ext cx="4937761" cy="4480561"/>
          </a:xfrm>
          <a:blipFill>
            <a:blip r:embed="rId2">
              <a:alphaModFix amt="70000"/>
            </a:blip>
            <a:stretch>
              <a:fillRect l="-650" t="-6123" b="1"/>
            </a:stretch>
          </a:blipFill>
        </p:spPr>
        <p:txBody>
          <a:bodyPr/>
          <a:lstStyle>
            <a:lvl1pPr marL="0" indent="0">
              <a:buFont typeface="Arial" panose="020B0604020202020204" pitchFamily="34" charset="0"/>
              <a:buNone/>
              <a:defRPr/>
            </a:lvl1pPr>
          </a:lstStyle>
          <a:p>
            <a:r>
              <a:rPr lang="en-US" dirty="0"/>
              <a:t> </a:t>
            </a:r>
          </a:p>
        </p:txBody>
      </p:sp>
      <p:sp>
        <p:nvSpPr>
          <p:cNvPr id="3" name="Date Placeholder 2">
            <a:extLst>
              <a:ext uri="{FF2B5EF4-FFF2-40B4-BE49-F238E27FC236}">
                <a16:creationId xmlns:a16="http://schemas.microsoft.com/office/drawing/2014/main" id="{FE4D90A4-3BB5-5BF3-1AE7-84F335478E7A}"/>
              </a:ext>
            </a:extLst>
          </p:cNvPr>
          <p:cNvSpPr>
            <a:spLocks noGrp="1"/>
          </p:cNvSpPr>
          <p:nvPr>
            <p:ph type="dt" sz="half" idx="15"/>
          </p:nvPr>
        </p:nvSpPr>
        <p:spPr/>
        <p:txBody>
          <a:bodyPr/>
          <a:lstStyle/>
          <a:p>
            <a:fld id="{D291CE83-67BA-4B15-B48A-7DC5C0636664}" type="datetime1">
              <a:rPr lang="en-US" smtClean="0"/>
              <a:t>3/9/2026</a:t>
            </a:fld>
            <a:endParaRPr lang="en-US" dirty="0"/>
          </a:p>
        </p:txBody>
      </p:sp>
      <p:sp>
        <p:nvSpPr>
          <p:cNvPr id="4" name="Footer Placeholder 3">
            <a:extLst>
              <a:ext uri="{FF2B5EF4-FFF2-40B4-BE49-F238E27FC236}">
                <a16:creationId xmlns:a16="http://schemas.microsoft.com/office/drawing/2014/main" id="{71E8C3D3-AC9B-D17D-77D4-AC4732E81C02}"/>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E4867DB-1F5E-6695-55B8-5974C08DD3A9}"/>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213057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3"/>
            <a:ext cx="10963656" cy="1005840"/>
          </a:xfrm>
        </p:spPr>
        <p:txBody>
          <a:bodyPr anchor="t" anchorCtr="0"/>
          <a:lstStyle>
            <a:lvl1pPr>
              <a:defRPr>
                <a:solidFill>
                  <a:schemeClr val="bg1"/>
                </a:solidFill>
                <a:highlight>
                  <a:srgbClr val="000000"/>
                </a:highlight>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21792" y="1828800"/>
            <a:ext cx="6446520" cy="4425696"/>
          </a:xfrm>
          <a:blipFill>
            <a:blip r:embed="rId2">
              <a:alphaModFix amt="70000"/>
            </a:blip>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099055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1005840"/>
          </a:xfrm>
        </p:spPr>
        <p:txBody>
          <a:bodyPr anchor="t" anchorCtr="0"/>
          <a:lstStyle>
            <a:lvl1pPr>
              <a:defRPr>
                <a:solidFill>
                  <a:schemeClr val="bg1"/>
                </a:solidFill>
                <a:highlight>
                  <a:srgbClr val="000000"/>
                </a:highlight>
              </a:defRPr>
            </a:lvl1pPr>
          </a:lstStyle>
          <a:p>
            <a:r>
              <a:rPr lang="en-US" dirty="0"/>
              <a:t>Click to edit Master title style</a:t>
            </a:r>
          </a:p>
        </p:txBody>
      </p:sp>
      <p:sp>
        <p:nvSpPr>
          <p:cNvPr id="3" name="Picture Placeholder 10">
            <a:extLst>
              <a:ext uri="{FF2B5EF4-FFF2-40B4-BE49-F238E27FC236}">
                <a16:creationId xmlns:a16="http://schemas.microsoft.com/office/drawing/2014/main" id="{73B5F72B-0708-4E77-756F-A5A83827C610}"/>
              </a:ext>
            </a:extLst>
          </p:cNvPr>
          <p:cNvSpPr>
            <a:spLocks noGrp="1"/>
          </p:cNvSpPr>
          <p:nvPr>
            <p:ph type="pic" sz="quarter" idx="13" hasCustomPrompt="1"/>
          </p:nvPr>
        </p:nvSpPr>
        <p:spPr>
          <a:xfrm>
            <a:off x="621792" y="1828798"/>
            <a:ext cx="4937761" cy="4480561"/>
          </a:xfrm>
          <a:blipFill>
            <a:blip r:embed="rId2">
              <a:alphaModFix amt="70000"/>
            </a:blip>
            <a:stretch>
              <a:fillRect l="-185" t="-6123" b="1"/>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52373" y="1828800"/>
            <a:ext cx="557784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355329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01537" y="320039"/>
            <a:ext cx="8502199" cy="1258389"/>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725386"/>
            <a:ext cx="6858000" cy="46388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3/9/2026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63590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8400908" cy="1261872"/>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728870"/>
            <a:ext cx="6858000" cy="46353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B445D377-13FB-4841-FF6E-B9BD15CCC94D}"/>
              </a:ext>
            </a:extLst>
          </p:cNvPr>
          <p:cNvSpPr>
            <a:spLocks noGrp="1"/>
          </p:cNvSpPr>
          <p:nvPr>
            <p:ph type="dt" sz="half" idx="15"/>
          </p:nvPr>
        </p:nvSpPr>
        <p:spPr/>
        <p:txBody>
          <a:bodyPr/>
          <a:lstStyle/>
          <a:p>
            <a:fld id="{D291CE83-67BA-4B15-B48A-7DC5C0636664}" type="datetime1">
              <a:rPr lang="en-US" smtClean="0"/>
              <a:t>3/9/2026</a:t>
            </a:fld>
            <a:endParaRPr lang="en-US" dirty="0"/>
          </a:p>
        </p:txBody>
      </p:sp>
      <p:sp>
        <p:nvSpPr>
          <p:cNvPr id="5" name="Footer Placeholder 4">
            <a:extLst>
              <a:ext uri="{FF2B5EF4-FFF2-40B4-BE49-F238E27FC236}">
                <a16:creationId xmlns:a16="http://schemas.microsoft.com/office/drawing/2014/main" id="{C0E58E07-B079-D675-1C8D-4728A21EA972}"/>
              </a:ext>
            </a:extLst>
          </p:cNvPr>
          <p:cNvSpPr>
            <a:spLocks noGrp="1"/>
          </p:cNvSpPr>
          <p:nvPr>
            <p:ph type="ftr" sz="quarter" idx="16"/>
          </p:nvPr>
        </p:nvSpPr>
        <p:spPr>
          <a:xfrm>
            <a:off x="4275493" y="6453002"/>
            <a:ext cx="2805405"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EB0DC5B2-0CA1-6496-FDE3-6FA015A4EE36}"/>
              </a:ext>
            </a:extLst>
          </p:cNvPr>
          <p:cNvSpPr>
            <a:spLocks noGrp="1"/>
          </p:cNvSpPr>
          <p:nvPr>
            <p:ph type="sldNum" sz="quarter" idx="17"/>
          </p:nvPr>
        </p:nvSpPr>
        <p:spPr>
          <a:xfrm>
            <a:off x="7109926"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956060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46804" y="2427156"/>
            <a:ext cx="4186010" cy="3905381"/>
          </a:xfrm>
          <a:blipFill>
            <a:blip r:embed="rId2">
              <a:alphaModFix amt="70000"/>
            </a:blip>
            <a:stretch>
              <a:fillRect l="-718"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1" y="548638"/>
            <a:ext cx="5111021" cy="2492735"/>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203969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46803" y="2295144"/>
            <a:ext cx="3085185" cy="4041648"/>
          </a:xfrm>
          <a:blipFill>
            <a:blip r:embed="rId2">
              <a:alphaModFix amt="70000"/>
            </a:blip>
            <a:stretch>
              <a:fillRect l="-974"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9274"/>
            <a:ext cx="4023360" cy="2743200"/>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929476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10172699" cy="50673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dirty="0"/>
              <a:t> </a:t>
            </a:r>
          </a:p>
        </p:txBody>
      </p:sp>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6096000" y="914399"/>
            <a:ext cx="5448300" cy="3117553"/>
          </a:xfrm>
        </p:spPr>
        <p:txBody>
          <a:bodyPr anchor="t">
            <a:normAutofit/>
          </a:bodyPr>
          <a:lstStyle>
            <a:lvl1pPr algn="r">
              <a:defRPr sz="4000">
                <a:solidFill>
                  <a:schemeClr val="bg1"/>
                </a:solidFill>
                <a:highlight>
                  <a:srgbClr val="000000"/>
                </a:highligh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a:xfrm>
            <a:off x="1981201" y="5560042"/>
            <a:ext cx="8271878" cy="542344"/>
          </a:xfrm>
        </p:spPr>
        <p:txBody>
          <a:bodyPr/>
          <a:lstStyle>
            <a:lvl1pPr marL="0" indent="0" algn="r">
              <a:buNone/>
              <a:defRPr lang="en-US" sz="2000" kern="1200" dirty="0">
                <a:solidFill>
                  <a:schemeClr val="tx1"/>
                </a:solidFill>
                <a:effectLst/>
                <a:latin typeface="+mn-lt"/>
                <a:ea typeface="+mn-ea"/>
                <a:cs typeface="+mn-cs"/>
              </a:defRPr>
            </a:lvl1pPr>
            <a:lvl2pPr algn="r">
              <a:defRPr/>
            </a:lvl2pPr>
            <a:lvl3pPr algn="r">
              <a:defRPr/>
            </a:lvl3pPr>
            <a:lvl4pPr algn="r">
              <a:defRPr/>
            </a:lvl4pPr>
            <a:lvl5pPr algn="r">
              <a:defRPr/>
            </a:lvl5pPr>
          </a:lstStyle>
          <a:p>
            <a:pPr lvl="0"/>
            <a:r>
              <a:rPr lang="en-US" dirty="0"/>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3/9/2026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19506572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4076700" cy="4193427"/>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660591" y="3786474"/>
            <a:ext cx="4169890" cy="1614008"/>
          </a:xfrm>
        </p:spPr>
        <p:txBody>
          <a:bodyPr anchor="t">
            <a:noAutofit/>
          </a:bodyPr>
          <a:lstStyle>
            <a:lvl1pPr algn="r">
              <a:defRPr sz="4000">
                <a:solidFill>
                  <a:schemeClr val="bg1"/>
                </a:solidFill>
                <a:highlight>
                  <a:srgbClr val="000000"/>
                </a:highlight>
              </a:defRPr>
            </a:lvl1p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A40C7A95-E12A-CD85-629E-0A9E34DCE380}"/>
              </a:ext>
            </a:extLst>
          </p:cNvPr>
          <p:cNvSpPr>
            <a:spLocks noGrp="1"/>
          </p:cNvSpPr>
          <p:nvPr>
            <p:ph idx="1"/>
          </p:nvPr>
        </p:nvSpPr>
        <p:spPr>
          <a:xfrm>
            <a:off x="5499291" y="914400"/>
            <a:ext cx="5773936" cy="5029200"/>
          </a:xfrm>
        </p:spPr>
        <p:txBody>
          <a:bodyPr>
            <a:norm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3/9/2026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35433668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21">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1" y="0"/>
            <a:ext cx="8115299"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7" name="Title 6">
            <a:extLst>
              <a:ext uri="{FF2B5EF4-FFF2-40B4-BE49-F238E27FC236}">
                <a16:creationId xmlns:a16="http://schemas.microsoft.com/office/drawing/2014/main" id="{C34B03A4-39B7-F5C1-D964-CA069C0F716B}"/>
              </a:ext>
            </a:extLst>
          </p:cNvPr>
          <p:cNvSpPr>
            <a:spLocks noGrp="1"/>
          </p:cNvSpPr>
          <p:nvPr>
            <p:ph type="title"/>
          </p:nvPr>
        </p:nvSpPr>
        <p:spPr>
          <a:xfrm>
            <a:off x="647701" y="647698"/>
            <a:ext cx="4225166" cy="2420757"/>
          </a:xfrm>
        </p:spPr>
        <p:txBody>
          <a:bodyPr/>
          <a:lstStyle>
            <a:lvl1pPr>
              <a:defRPr>
                <a:solidFill>
                  <a:schemeClr val="bg1"/>
                </a:solidFill>
                <a:highlight>
                  <a:srgbClr val="000000"/>
                </a:highlight>
              </a:defRPr>
            </a:lvl1pPr>
          </a:lstStyle>
          <a:p>
            <a:r>
              <a:rPr lang="en-US" dirty="0"/>
              <a:t>Click to edit Master title style</a:t>
            </a:r>
          </a:p>
        </p:txBody>
      </p:sp>
      <p:sp>
        <p:nvSpPr>
          <p:cNvPr id="8" name="Content Placeholder 2">
            <a:extLst>
              <a:ext uri="{FF2B5EF4-FFF2-40B4-BE49-F238E27FC236}">
                <a16:creationId xmlns:a16="http://schemas.microsoft.com/office/drawing/2014/main" id="{A40C7A95-E12A-CD85-629E-0A9E34DCE380}"/>
              </a:ext>
            </a:extLst>
          </p:cNvPr>
          <p:cNvSpPr>
            <a:spLocks noGrp="1"/>
          </p:cNvSpPr>
          <p:nvPr>
            <p:ph idx="1"/>
          </p:nvPr>
        </p:nvSpPr>
        <p:spPr>
          <a:xfrm>
            <a:off x="8854931" y="647699"/>
            <a:ext cx="2689367" cy="5562599"/>
          </a:xfrm>
        </p:spPr>
        <p:txBody>
          <a:bodyPr>
            <a:normAutofit/>
          </a:bodyPr>
          <a:lstStyle>
            <a:lvl1pPr marL="342900" indent="-342900">
              <a:buFont typeface="Arial" panose="020B0604020202020204" pitchFamily="34" charset="0"/>
              <a:buChar char="•"/>
              <a:defRPr/>
            </a:lvl1pPr>
            <a:lvl2pPr marL="514350" indent="-285750">
              <a:buFont typeface="Arial" panose="020B0604020202020204" pitchFamily="34" charset="0"/>
              <a:buChar char="•"/>
              <a:defRPr/>
            </a:lvl2pPr>
            <a:lvl3pPr marL="742950" indent="-285750">
              <a:buFont typeface="Arial" panose="020B0604020202020204" pitchFamily="34" charset="0"/>
              <a:buChar char="•"/>
              <a:defRPr/>
            </a:lvl3pPr>
            <a:lvl4pPr marL="971550" indent="-285750">
              <a:buFont typeface="Arial" panose="020B0604020202020204" pitchFamily="34" charset="0"/>
              <a:buChar char="•"/>
              <a:defRPr/>
            </a:lvl4pPr>
            <a:lvl5pPr marL="1085850" indent="-1714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3/9/2026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19107829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22">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1981200" y="0"/>
            <a:ext cx="10210798" cy="5067300"/>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Title 7">
            <a:extLst>
              <a:ext uri="{FF2B5EF4-FFF2-40B4-BE49-F238E27FC236}">
                <a16:creationId xmlns:a16="http://schemas.microsoft.com/office/drawing/2014/main" id="{1B520403-BDFD-00AF-7685-E3C2366A63ED}"/>
              </a:ext>
            </a:extLst>
          </p:cNvPr>
          <p:cNvSpPr>
            <a:spLocks noGrp="1"/>
          </p:cNvSpPr>
          <p:nvPr>
            <p:ph type="title"/>
          </p:nvPr>
        </p:nvSpPr>
        <p:spPr>
          <a:xfrm>
            <a:off x="914400" y="647700"/>
            <a:ext cx="5181600" cy="2595563"/>
          </a:xfrm>
        </p:spPr>
        <p:txBody>
          <a:bodyPr/>
          <a:lstStyle>
            <a:lvl1pPr>
              <a:defRPr>
                <a:solidFill>
                  <a:schemeClr val="bg1"/>
                </a:solidFill>
                <a:highlight>
                  <a:srgbClr val="000000"/>
                </a:highlight>
              </a:defRPr>
            </a:lvl1pPr>
          </a:lstStyle>
          <a:p>
            <a:r>
              <a:rPr lang="en-US" dirty="0"/>
              <a:t>Click to edit Master title style</a:t>
            </a:r>
          </a:p>
        </p:txBody>
      </p:sp>
      <p:sp>
        <p:nvSpPr>
          <p:cNvPr id="11" name="Content Placeholder 10">
            <a:extLst>
              <a:ext uri="{FF2B5EF4-FFF2-40B4-BE49-F238E27FC236}">
                <a16:creationId xmlns:a16="http://schemas.microsoft.com/office/drawing/2014/main" id="{D1DFE5C8-DAB2-CA31-6958-050610D77ADF}"/>
              </a:ext>
            </a:extLst>
          </p:cNvPr>
          <p:cNvSpPr>
            <a:spLocks noGrp="1"/>
          </p:cNvSpPr>
          <p:nvPr>
            <p:ph sz="quarter" idx="14"/>
          </p:nvPr>
        </p:nvSpPr>
        <p:spPr>
          <a:xfrm>
            <a:off x="1893888" y="5559425"/>
            <a:ext cx="8278812" cy="650875"/>
          </a:xfrm>
        </p:spPr>
        <p:txBody>
          <a:bodyPr>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3/9/2026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32953861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12192000" cy="4193427"/>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7" name="Title 6">
            <a:extLst>
              <a:ext uri="{FF2B5EF4-FFF2-40B4-BE49-F238E27FC236}">
                <a16:creationId xmlns:a16="http://schemas.microsoft.com/office/drawing/2014/main" id="{4A48BCDE-4694-0B11-3F5D-030F758E59D0}"/>
              </a:ext>
            </a:extLst>
          </p:cNvPr>
          <p:cNvSpPr>
            <a:spLocks noGrp="1"/>
          </p:cNvSpPr>
          <p:nvPr>
            <p:ph type="title"/>
          </p:nvPr>
        </p:nvSpPr>
        <p:spPr>
          <a:xfrm>
            <a:off x="652372" y="1712200"/>
            <a:ext cx="6019892" cy="1896956"/>
          </a:xfrm>
        </p:spPr>
        <p:txBody>
          <a:bodyPr/>
          <a:lstStyle>
            <a:lvl1pPr>
              <a:lnSpc>
                <a:spcPct val="90000"/>
              </a:lnSpc>
              <a:defRPr>
                <a:solidFill>
                  <a:schemeClr val="bg1"/>
                </a:solidFill>
                <a:highlight>
                  <a:srgbClr val="000000"/>
                </a:highlight>
              </a:defRPr>
            </a:lvl1pPr>
          </a:lstStyle>
          <a:p>
            <a:r>
              <a:rPr lang="en-US" dirty="0"/>
              <a:t>Click to edit Master title style</a:t>
            </a:r>
          </a:p>
        </p:txBody>
      </p:sp>
      <p:sp>
        <p:nvSpPr>
          <p:cNvPr id="9" name="Content Placeholder 2">
            <a:extLst>
              <a:ext uri="{FF2B5EF4-FFF2-40B4-BE49-F238E27FC236}">
                <a16:creationId xmlns:a16="http://schemas.microsoft.com/office/drawing/2014/main" id="{DE27908E-38A7-B900-61E8-3AB5DD08621C}"/>
              </a:ext>
            </a:extLst>
          </p:cNvPr>
          <p:cNvSpPr>
            <a:spLocks noGrp="1"/>
          </p:cNvSpPr>
          <p:nvPr>
            <p:ph idx="14"/>
          </p:nvPr>
        </p:nvSpPr>
        <p:spPr>
          <a:xfrm>
            <a:off x="6096000" y="4672013"/>
            <a:ext cx="5448300" cy="1538287"/>
          </a:xfrm>
        </p:spPr>
        <p:txBody>
          <a:bodyPr anchor="t">
            <a:normAutofit fontScale="85000" lnSpcReduction="10000"/>
          </a:bodyPr>
          <a:lstStyle/>
          <a:p>
            <a:pPr marL="0" lvl="0" indent="0" algn="r">
              <a:buNone/>
            </a:pPr>
            <a:r>
              <a:rPr lang="en-US" sz="2000"/>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3/9/2026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41652065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8E65BD-66C5-5FF8-C229-BB94A762D9C5}"/>
              </a:ext>
            </a:extLst>
          </p:cNvPr>
          <p:cNvSpPr>
            <a:spLocks noGrp="1"/>
          </p:cNvSpPr>
          <p:nvPr>
            <p:ph type="title"/>
          </p:nvPr>
        </p:nvSpPr>
        <p:spPr>
          <a:xfrm>
            <a:off x="7166916" y="646438"/>
            <a:ext cx="4199074" cy="4641176"/>
          </a:xfrm>
        </p:spPr>
        <p:txBody>
          <a:bodyPr anchor="b">
            <a:normAutofit/>
          </a:bodyPr>
          <a:lstStyle>
            <a:lvl1pPr>
              <a:lnSpc>
                <a:spcPct val="120000"/>
              </a:lnSpc>
              <a:defRPr sz="2800" b="0" cap="none" spc="0" baseline="0">
                <a:latin typeface="+mn-lt"/>
              </a:defRPr>
            </a:lvl1pPr>
          </a:lstStyle>
          <a:p>
            <a:r>
              <a:rPr lang="en-US" dirty="0"/>
              <a:t>Click to edit Master title style</a:t>
            </a:r>
          </a:p>
        </p:txBody>
      </p:sp>
      <p:sp>
        <p:nvSpPr>
          <p:cNvPr id="11" name="Content Placeholder 10">
            <a:extLst>
              <a:ext uri="{FF2B5EF4-FFF2-40B4-BE49-F238E27FC236}">
                <a16:creationId xmlns:a16="http://schemas.microsoft.com/office/drawing/2014/main" id="{12A23D75-581D-5D22-B65B-6248EE148401}"/>
              </a:ext>
            </a:extLst>
          </p:cNvPr>
          <p:cNvSpPr>
            <a:spLocks noGrp="1"/>
          </p:cNvSpPr>
          <p:nvPr>
            <p:ph sz="quarter" idx="14" hasCustomPrompt="1"/>
          </p:nvPr>
        </p:nvSpPr>
        <p:spPr>
          <a:xfrm>
            <a:off x="539750" y="566739"/>
            <a:ext cx="6427788" cy="5668316"/>
          </a:xfrm>
        </p:spPr>
        <p:txBody>
          <a:bodyPr anchor="ctr">
            <a:normAutofit/>
          </a:bodyPr>
          <a:lstStyle>
            <a:lvl1pPr marL="0" indent="0">
              <a:lnSpc>
                <a:spcPct val="100000"/>
              </a:lnSpc>
              <a:buNone/>
              <a:defRPr sz="23200" b="1" spc="600" baseline="0">
                <a:solidFill>
                  <a:schemeClr val="bg1"/>
                </a:solidFill>
                <a:highlight>
                  <a:srgbClr val="000000"/>
                </a:highlight>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353093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DA5FB0-3233-6F76-899A-A1958FBA86AB}"/>
              </a:ext>
            </a:extLst>
          </p:cNvPr>
          <p:cNvSpPr>
            <a:spLocks noGrp="1"/>
          </p:cNvSpPr>
          <p:nvPr>
            <p:ph type="title"/>
          </p:nvPr>
        </p:nvSpPr>
        <p:spPr>
          <a:xfrm>
            <a:off x="1935480" y="5120640"/>
            <a:ext cx="8321040" cy="1188720"/>
          </a:xfrm>
        </p:spPr>
        <p:txBody>
          <a:bodyPr>
            <a:normAutofit/>
          </a:bodyPr>
          <a:lstStyle>
            <a:lvl1pPr algn="ctr">
              <a:lnSpc>
                <a:spcPct val="120000"/>
              </a:lnSpc>
              <a:spcBef>
                <a:spcPts val="1000"/>
              </a:spcBef>
              <a:defRPr sz="2800" b="0" cap="none" spc="0" baseline="0">
                <a:latin typeface="+mn-lt"/>
              </a:defRPr>
            </a:lvl1pPr>
          </a:lstStyle>
          <a:p>
            <a:r>
              <a:rPr lang="en-US"/>
              <a:t>Click to edit Master title style</a:t>
            </a:r>
          </a:p>
        </p:txBody>
      </p:sp>
      <p:sp>
        <p:nvSpPr>
          <p:cNvPr id="7" name="Content Placeholder 7">
            <a:extLst>
              <a:ext uri="{FF2B5EF4-FFF2-40B4-BE49-F238E27FC236}">
                <a16:creationId xmlns:a16="http://schemas.microsoft.com/office/drawing/2014/main" id="{964560E1-132E-6944-7C66-491949C93CD6}"/>
              </a:ext>
            </a:extLst>
          </p:cNvPr>
          <p:cNvSpPr>
            <a:spLocks noGrp="1"/>
          </p:cNvSpPr>
          <p:nvPr>
            <p:ph sz="quarter" idx="13" hasCustomPrompt="1"/>
          </p:nvPr>
        </p:nvSpPr>
        <p:spPr>
          <a:xfrm>
            <a:off x="822960" y="603504"/>
            <a:ext cx="10543032" cy="4190614"/>
          </a:xfrm>
        </p:spPr>
        <p:txBody>
          <a:bodyPr anchor="ctr">
            <a:noAutofit/>
          </a:bodyPr>
          <a:lstStyle>
            <a:lvl1pPr marL="0" indent="0" algn="ctr">
              <a:lnSpc>
                <a:spcPct val="100000"/>
              </a:lnSpc>
              <a:spcBef>
                <a:spcPts val="0"/>
              </a:spcBef>
              <a:buNone/>
              <a:defRPr sz="23200" b="1" cap="all" spc="600" baseline="0">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763257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tx2">
            <a:lumMod val="1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C46D51-F742-0411-C425-9FB4333D856D}"/>
              </a:ext>
            </a:extLst>
          </p:cNvPr>
          <p:cNvSpPr>
            <a:spLocks noGrp="1"/>
          </p:cNvSpPr>
          <p:nvPr>
            <p:ph type="title"/>
          </p:nvPr>
        </p:nvSpPr>
        <p:spPr>
          <a:xfrm>
            <a:off x="2377440" y="4937760"/>
            <a:ext cx="7525512" cy="1371600"/>
          </a:xfrm>
        </p:spPr>
        <p:txBody>
          <a:bodyPr>
            <a:normAutofit/>
          </a:bodyPr>
          <a:lstStyle>
            <a:lvl1pPr algn="ctr">
              <a:lnSpc>
                <a:spcPct val="120000"/>
              </a:lnSpc>
              <a:spcBef>
                <a:spcPts val="1000"/>
              </a:spcBef>
              <a:defRPr sz="2800" b="0" cap="none" spc="0" baseline="0">
                <a:latin typeface="+mn-lt"/>
              </a:defRPr>
            </a:lvl1pPr>
          </a:lstStyle>
          <a:p>
            <a:r>
              <a:rPr lang="en-US"/>
              <a:t>Click to edit Master title style</a:t>
            </a:r>
          </a:p>
        </p:txBody>
      </p:sp>
      <p:sp>
        <p:nvSpPr>
          <p:cNvPr id="7" name="Content Placeholder 7">
            <a:extLst>
              <a:ext uri="{FF2B5EF4-FFF2-40B4-BE49-F238E27FC236}">
                <a16:creationId xmlns:a16="http://schemas.microsoft.com/office/drawing/2014/main" id="{C6CC1002-9B76-86F0-267A-B8FA2E4F6890}"/>
              </a:ext>
            </a:extLst>
          </p:cNvPr>
          <p:cNvSpPr>
            <a:spLocks noGrp="1"/>
          </p:cNvSpPr>
          <p:nvPr>
            <p:ph sz="quarter" idx="13" hasCustomPrompt="1"/>
          </p:nvPr>
        </p:nvSpPr>
        <p:spPr>
          <a:xfrm>
            <a:off x="822960" y="603504"/>
            <a:ext cx="10543032" cy="4190614"/>
          </a:xfrm>
        </p:spPr>
        <p:txBody>
          <a:bodyPr anchor="ctr">
            <a:noAutofit/>
          </a:bodyPr>
          <a:lstStyle>
            <a:lvl1pPr marL="0" indent="0" algn="ctr">
              <a:lnSpc>
                <a:spcPct val="100000"/>
              </a:lnSpc>
              <a:spcBef>
                <a:spcPts val="0"/>
              </a:spcBef>
              <a:buNone/>
              <a:defRPr sz="23200" b="1" cap="all" spc="600" baseline="0">
                <a:solidFill>
                  <a:schemeClr val="bg1"/>
                </a:solidFill>
                <a:highlight>
                  <a:srgbClr val="FFFFFF"/>
                </a:highlight>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389749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94360" y="-1315405"/>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961120" cy="5577840"/>
          </a:xfrm>
        </p:spPr>
        <p:txBody>
          <a:bodyPr anchor="t">
            <a:noAutofit/>
          </a:bodyPr>
          <a:lstStyle>
            <a:lvl1pPr marL="0" indent="0">
              <a:lnSpc>
                <a:spcPct val="100000"/>
              </a:lnSpc>
              <a:buNone/>
              <a:defRPr sz="6000" b="1" i="0" spc="600" baseline="0">
                <a:solidFill>
                  <a:schemeClr val="bg1"/>
                </a:solidFill>
                <a:highlight>
                  <a:srgbClr val="000000"/>
                </a:highlight>
                <a:latin typeface="Franklin Gothic Heavy" panose="020B0603020102020204" pitchFamily="34" charset="0"/>
              </a:defRPr>
            </a:lvl1pPr>
            <a:lvl2pPr marL="228600" indent="0">
              <a:lnSpc>
                <a:spcPct val="100000"/>
              </a:lnSpc>
              <a:buNone/>
              <a:defRPr sz="5400" b="1" i="0" spc="600" baseline="0">
                <a:solidFill>
                  <a:schemeClr val="bg1"/>
                </a:solidFill>
                <a:highlight>
                  <a:srgbClr val="000000"/>
                </a:highlight>
                <a:latin typeface="Franklin Gothic Heavy" panose="020B0603020102020204" pitchFamily="34" charset="0"/>
              </a:defRPr>
            </a:lvl2pPr>
            <a:lvl3pPr marL="457200" indent="0">
              <a:lnSpc>
                <a:spcPct val="100000"/>
              </a:lnSpc>
              <a:buNone/>
              <a:defRPr sz="4800" b="1" i="0" spc="600" baseline="0">
                <a:solidFill>
                  <a:schemeClr val="bg1"/>
                </a:solidFill>
                <a:highlight>
                  <a:srgbClr val="000000"/>
                </a:highlight>
                <a:latin typeface="Franklin Gothic Heavy" panose="020B0603020102020204" pitchFamily="34" charset="0"/>
              </a:defRPr>
            </a:lvl3pPr>
            <a:lvl4pPr marL="685800" indent="0">
              <a:lnSpc>
                <a:spcPct val="100000"/>
              </a:lnSpc>
              <a:buNone/>
              <a:defRPr sz="4400" b="1" i="0" spc="600" baseline="0">
                <a:solidFill>
                  <a:schemeClr val="bg1"/>
                </a:solidFill>
                <a:highlight>
                  <a:srgbClr val="000000"/>
                </a:highlight>
                <a:latin typeface="Franklin Gothic Heavy" panose="020B0603020102020204" pitchFamily="34" charset="0"/>
              </a:defRPr>
            </a:lvl4pPr>
            <a:lvl5pPr marL="914400" indent="0">
              <a:lnSpc>
                <a:spcPct val="100000"/>
              </a:lnSpc>
              <a:buNone/>
              <a:defRPr sz="4000" b="1" i="0" spc="600" baseline="0">
                <a:solidFill>
                  <a:schemeClr val="bg1"/>
                </a:solidFill>
                <a:highlight>
                  <a:srgbClr val="000000"/>
                </a:highlight>
                <a:latin typeface="Franklin Gothic Heavy" panose="020B06030201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3/9/2026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152890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529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961120" cy="5577840"/>
          </a:xfrm>
        </p:spPr>
        <p:txBody>
          <a:bodyPr anchor="t">
            <a:normAutofit/>
          </a:bodyPr>
          <a:lstStyle>
            <a:lvl1pPr marL="0" indent="0">
              <a:lnSpc>
                <a:spcPct val="100000"/>
              </a:lnSpc>
              <a:buNone/>
              <a:defRPr sz="6000" b="1" i="0" spc="600" baseline="0">
                <a:solidFill>
                  <a:schemeClr val="tx1"/>
                </a:solidFill>
                <a:highlight>
                  <a:srgbClr val="FFFFFF"/>
                </a:highlight>
                <a:latin typeface="Franklin Gothic Heavy" panose="020B0603020102020204" pitchFamily="34" charset="0"/>
              </a:defRPr>
            </a:lvl1pPr>
            <a:lvl2pPr marL="228600" indent="0">
              <a:lnSpc>
                <a:spcPct val="100000"/>
              </a:lnSpc>
              <a:buNone/>
              <a:defRPr sz="5400" b="1" i="0" spc="600" baseline="0">
                <a:solidFill>
                  <a:schemeClr val="tx1"/>
                </a:solidFill>
                <a:highlight>
                  <a:srgbClr val="FFFFFF"/>
                </a:highlight>
                <a:latin typeface="Franklin Gothic Heavy" panose="020B0603020102020204" pitchFamily="34" charset="0"/>
              </a:defRPr>
            </a:lvl2pPr>
            <a:lvl3pPr marL="457200" indent="0">
              <a:lnSpc>
                <a:spcPct val="100000"/>
              </a:lnSpc>
              <a:buNone/>
              <a:defRPr sz="4800" b="1" i="0" spc="600" baseline="0">
                <a:solidFill>
                  <a:schemeClr val="tx1"/>
                </a:solidFill>
                <a:highlight>
                  <a:srgbClr val="FFFFFF"/>
                </a:highlight>
                <a:latin typeface="Franklin Gothic Heavy" panose="020B0603020102020204" pitchFamily="34" charset="0"/>
              </a:defRPr>
            </a:lvl3pPr>
            <a:lvl4pPr marL="685800" indent="0">
              <a:lnSpc>
                <a:spcPct val="100000"/>
              </a:lnSpc>
              <a:buNone/>
              <a:defRPr sz="4400" b="1" i="0" spc="600" baseline="0">
                <a:solidFill>
                  <a:schemeClr val="tx1"/>
                </a:solidFill>
                <a:highlight>
                  <a:srgbClr val="FFFFFF"/>
                </a:highlight>
                <a:latin typeface="Franklin Gothic Heavy" panose="020B0603020102020204" pitchFamily="34" charset="0"/>
              </a:defRPr>
            </a:lvl4pPr>
            <a:lvl5pPr marL="914400" indent="0">
              <a:lnSpc>
                <a:spcPct val="100000"/>
              </a:lnSpc>
              <a:buNone/>
              <a:defRPr sz="4000" b="1" i="0" spc="600" baseline="0">
                <a:solidFill>
                  <a:schemeClr val="tx1"/>
                </a:solidFill>
                <a:highlight>
                  <a:srgbClr val="FFFFFF"/>
                </a:highlight>
                <a:latin typeface="Franklin Gothic Heavy" panose="020B06030201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383AA9C6-9BFF-802B-3D08-CAD56FB80F24}"/>
              </a:ext>
            </a:extLst>
          </p:cNvPr>
          <p:cNvSpPr>
            <a:spLocks noGrp="1"/>
          </p:cNvSpPr>
          <p:nvPr>
            <p:ph type="dt" sz="half" idx="14"/>
          </p:nvPr>
        </p:nvSpPr>
        <p:spPr/>
        <p:txBody>
          <a:bodyPr/>
          <a:lstStyle>
            <a:lvl1pPr>
              <a:defRPr>
                <a:solidFill>
                  <a:schemeClr val="bg1"/>
                </a:solidFill>
              </a:defRPr>
            </a:lvl1pPr>
          </a:lstStyle>
          <a:p>
            <a:fld id="{D291CE83-67BA-4B15-B48A-7DC5C0636664}" type="datetime1">
              <a:rPr lang="en-US" smtClean="0"/>
              <a:pPr/>
              <a:t>3/9/2026</a:t>
            </a:fld>
            <a:endParaRPr lang="en-US" dirty="0"/>
          </a:p>
        </p:txBody>
      </p:sp>
      <p:sp>
        <p:nvSpPr>
          <p:cNvPr id="8" name="Footer Placeholder 7">
            <a:extLst>
              <a:ext uri="{FF2B5EF4-FFF2-40B4-BE49-F238E27FC236}">
                <a16:creationId xmlns:a16="http://schemas.microsoft.com/office/drawing/2014/main" id="{3499B3C5-25B1-DD8E-CF7E-C1D50373CF31}"/>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DEB09A-6ABF-4907-9977-AB6069AE9BF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723184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755375"/>
            <a:ext cx="10972800" cy="5553985"/>
          </a:xfrm>
        </p:spPr>
        <p:txBody>
          <a:bodyPr anchor="b">
            <a:normAutofit/>
          </a:bodyPr>
          <a:lstStyle>
            <a:lvl1pPr marL="0" indent="0">
              <a:lnSpc>
                <a:spcPct val="100000"/>
              </a:lnSpc>
              <a:buNone/>
              <a:defRPr sz="6000" b="1" i="0" spc="600" baseline="0">
                <a:latin typeface="Franklin Gothic Heavy" panose="020B0603020102020204" pitchFamily="34" charset="0"/>
              </a:defRPr>
            </a:lvl1pPr>
            <a:lvl2pPr marL="228600" indent="0">
              <a:lnSpc>
                <a:spcPct val="100000"/>
              </a:lnSpc>
              <a:buNone/>
              <a:defRPr sz="5400" b="1" i="0" spc="600" baseline="0">
                <a:latin typeface="Franklin Gothic Heavy" panose="020B0603020102020204" pitchFamily="34" charset="0"/>
              </a:defRPr>
            </a:lvl2pPr>
            <a:lvl3pPr marL="457200" indent="0">
              <a:lnSpc>
                <a:spcPct val="100000"/>
              </a:lnSpc>
              <a:buNone/>
              <a:defRPr sz="4800" b="1" i="0" spc="600" baseline="0">
                <a:latin typeface="Franklin Gothic Heavy" panose="020B0603020102020204" pitchFamily="34" charset="0"/>
              </a:defRPr>
            </a:lvl3pPr>
            <a:lvl4pPr marL="685800" indent="0">
              <a:lnSpc>
                <a:spcPct val="100000"/>
              </a:lnSpc>
              <a:buNone/>
              <a:defRPr sz="4400" b="1" i="0" spc="600" baseline="0">
                <a:latin typeface="Franklin Gothic Heavy" panose="020B0603020102020204" pitchFamily="34" charset="0"/>
              </a:defRPr>
            </a:lvl4pPr>
            <a:lvl5pPr marL="914400" indent="0">
              <a:lnSpc>
                <a:spcPct val="100000"/>
              </a:lnSpc>
              <a:buNone/>
              <a:defRPr sz="4000" b="1" i="0" spc="600" baseline="0">
                <a:latin typeface="Franklin Gothic Heavy" panose="020B06030201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6E97C173-DA31-C3C5-FF6F-C082DC0E997C}"/>
              </a:ext>
            </a:extLst>
          </p:cNvPr>
          <p:cNvSpPr>
            <a:spLocks noGrp="1"/>
          </p:cNvSpPr>
          <p:nvPr>
            <p:ph type="dt" sz="half" idx="14"/>
          </p:nvPr>
        </p:nvSpPr>
        <p:spPr/>
        <p:txBody>
          <a:bodyPr/>
          <a:lstStyle/>
          <a:p>
            <a:fld id="{D291CE83-67BA-4B15-B48A-7DC5C0636664}" type="datetime1">
              <a:rPr lang="en-US" smtClean="0"/>
              <a:t>3/9/2026</a:t>
            </a:fld>
            <a:endParaRPr lang="en-US" dirty="0"/>
          </a:p>
        </p:txBody>
      </p:sp>
      <p:sp>
        <p:nvSpPr>
          <p:cNvPr id="8" name="Footer Placeholder 7">
            <a:extLst>
              <a:ext uri="{FF2B5EF4-FFF2-40B4-BE49-F238E27FC236}">
                <a16:creationId xmlns:a16="http://schemas.microsoft.com/office/drawing/2014/main" id="{20D921EA-2CDB-3B88-15E1-46DEF228FD64}"/>
              </a:ext>
            </a:extLst>
          </p:cNvPr>
          <p:cNvSpPr>
            <a:spLocks noGrp="1"/>
          </p:cNvSpPr>
          <p:nvPr>
            <p:ph type="ftr" sz="quarter" idx="15"/>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F78498F0-58CF-681B-CAC8-641E3E35D01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6952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D47E9A-5ED0-EFA2-2AB1-8DCD288130B3}"/>
              </a:ext>
            </a:extLst>
          </p:cNvPr>
          <p:cNvSpPr>
            <a:spLocks noGrp="1"/>
          </p:cNvSpPr>
          <p:nvPr>
            <p:ph type="title" hasCustomPrompt="1"/>
          </p:nvPr>
        </p:nvSpPr>
        <p:spPr>
          <a:xfrm>
            <a:off x="1508760" y="5428752"/>
            <a:ext cx="9189720" cy="466344"/>
          </a:xfrm>
        </p:spPr>
        <p:txBody>
          <a:bodyPr>
            <a:normAutofit/>
          </a:bodyPr>
          <a:lstStyle>
            <a:lvl1pPr>
              <a:lnSpc>
                <a:spcPct val="120000"/>
              </a:lnSpc>
              <a:spcBef>
                <a:spcPts val="1000"/>
              </a:spcBef>
              <a:defRPr sz="2200" cap="none" spc="0" baseline="0">
                <a:latin typeface="+mn-lt"/>
              </a:defRPr>
            </a:lvl1pPr>
          </a:lstStyle>
          <a:p>
            <a:r>
              <a:rPr lang="en-US" dirty="0"/>
              <a:t>Quote Author</a:t>
            </a:r>
          </a:p>
        </p:txBody>
      </p:sp>
      <p:sp>
        <p:nvSpPr>
          <p:cNvPr id="7" name="Content Placeholder 7">
            <a:extLst>
              <a:ext uri="{FF2B5EF4-FFF2-40B4-BE49-F238E27FC236}">
                <a16:creationId xmlns:a16="http://schemas.microsoft.com/office/drawing/2014/main" id="{6A1702E0-62FB-C224-7CC1-48B8DC9D8330}"/>
              </a:ext>
            </a:extLst>
          </p:cNvPr>
          <p:cNvSpPr>
            <a:spLocks noGrp="1"/>
          </p:cNvSpPr>
          <p:nvPr>
            <p:ph sz="quarter" idx="13" hasCustomPrompt="1"/>
          </p:nvPr>
        </p:nvSpPr>
        <p:spPr>
          <a:xfrm>
            <a:off x="1487424" y="1164194"/>
            <a:ext cx="9204960" cy="3682126"/>
          </a:xfrm>
        </p:spPr>
        <p:txBody>
          <a:bodyPr anchor="ctr">
            <a:normAutofit/>
          </a:bodyPr>
          <a:lstStyle>
            <a:lvl1pPr marL="0" indent="0">
              <a:lnSpc>
                <a:spcPct val="100000"/>
              </a:lnSpc>
              <a:spcBef>
                <a:spcPts val="0"/>
              </a:spcBef>
              <a:buNone/>
              <a:defRPr sz="4000" cap="all" spc="600" baseline="0">
                <a:solidFill>
                  <a:schemeClr val="bg1"/>
                </a:solidFill>
                <a:highlight>
                  <a:srgbClr val="000000"/>
                </a:highlight>
                <a:latin typeface="+mj-lt"/>
              </a:defRPr>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50502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lumMod val="1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BB8AB19-AEDC-217A-D173-1E75DCDE368A}"/>
              </a:ext>
            </a:extLst>
          </p:cNvPr>
          <p:cNvSpPr>
            <a:spLocks noGrp="1"/>
          </p:cNvSpPr>
          <p:nvPr>
            <p:ph type="title" hasCustomPrompt="1"/>
          </p:nvPr>
        </p:nvSpPr>
        <p:spPr>
          <a:xfrm>
            <a:off x="1499616" y="5349240"/>
            <a:ext cx="9198864" cy="466344"/>
          </a:xfrm>
        </p:spPr>
        <p:txBody>
          <a:bodyPr>
            <a:normAutofit/>
          </a:bodyPr>
          <a:lstStyle>
            <a:lvl1pPr>
              <a:lnSpc>
                <a:spcPct val="120000"/>
              </a:lnSpc>
              <a:spcBef>
                <a:spcPts val="1000"/>
              </a:spcBef>
              <a:defRPr sz="2200" cap="none" spc="0" baseline="0">
                <a:latin typeface="+mn-lt"/>
              </a:defRPr>
            </a:lvl1pPr>
          </a:lstStyle>
          <a:p>
            <a:r>
              <a:rPr lang="en-US" dirty="0"/>
              <a:t>Quote Author</a:t>
            </a:r>
          </a:p>
        </p:txBody>
      </p:sp>
      <p:sp>
        <p:nvSpPr>
          <p:cNvPr id="7" name="Content Placeholder 7">
            <a:extLst>
              <a:ext uri="{FF2B5EF4-FFF2-40B4-BE49-F238E27FC236}">
                <a16:creationId xmlns:a16="http://schemas.microsoft.com/office/drawing/2014/main" id="{8824DB12-4761-115A-B7C3-84A7B8EA0C2C}"/>
              </a:ext>
            </a:extLst>
          </p:cNvPr>
          <p:cNvSpPr>
            <a:spLocks noGrp="1"/>
          </p:cNvSpPr>
          <p:nvPr>
            <p:ph sz="quarter" idx="13" hasCustomPrompt="1"/>
          </p:nvPr>
        </p:nvSpPr>
        <p:spPr>
          <a:xfrm>
            <a:off x="1493520" y="1344168"/>
            <a:ext cx="9204960" cy="3291840"/>
          </a:xfrm>
        </p:spPr>
        <p:txBody>
          <a:bodyPr anchor="ctr">
            <a:normAutofit/>
          </a:bodyPr>
          <a:lstStyle>
            <a:lvl1pPr marL="0" indent="0">
              <a:lnSpc>
                <a:spcPct val="100000"/>
              </a:lnSpc>
              <a:spcBef>
                <a:spcPts val="0"/>
              </a:spcBef>
              <a:buNone/>
              <a:defRPr sz="4000" cap="all" spc="600" baseline="0">
                <a:solidFill>
                  <a:schemeClr val="bg1"/>
                </a:solidFill>
                <a:highlight>
                  <a:srgbClr val="FFFFFF"/>
                </a:highlight>
                <a:latin typeface="+mj-lt"/>
              </a:defRPr>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46466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EB6EFAB-F8F1-D75D-ADD0-35D3E8380B87}"/>
              </a:ext>
            </a:extLst>
          </p:cNvPr>
          <p:cNvSpPr>
            <a:spLocks noGrp="1"/>
          </p:cNvSpPr>
          <p:nvPr>
            <p:ph type="title" hasCustomPrompt="1"/>
          </p:nvPr>
        </p:nvSpPr>
        <p:spPr>
          <a:xfrm>
            <a:off x="612648" y="5669280"/>
            <a:ext cx="8961120" cy="466344"/>
          </a:xfrm>
        </p:spPr>
        <p:txBody>
          <a:bodyPr anchor="b">
            <a:normAutofit/>
          </a:bodyPr>
          <a:lstStyle>
            <a:lvl1pPr>
              <a:lnSpc>
                <a:spcPct val="120000"/>
              </a:lnSpc>
              <a:spcBef>
                <a:spcPts val="1000"/>
              </a:spcBef>
              <a:defRPr sz="2200" cap="none" spc="0" baseline="0">
                <a:latin typeface="+mn-lt"/>
              </a:defRPr>
            </a:lvl1pPr>
          </a:lstStyle>
          <a:p>
            <a:r>
              <a:rPr lang="en-US" dirty="0"/>
              <a:t>Quote Author</a:t>
            </a:r>
          </a:p>
        </p:txBody>
      </p:sp>
      <p:sp>
        <p:nvSpPr>
          <p:cNvPr id="8" name="Content Placeholder 7">
            <a:extLst>
              <a:ext uri="{FF2B5EF4-FFF2-40B4-BE49-F238E27FC236}">
                <a16:creationId xmlns:a16="http://schemas.microsoft.com/office/drawing/2014/main" id="{9A28042F-A2CA-CE28-9169-9C1C2C6C0D87}"/>
              </a:ext>
            </a:extLst>
          </p:cNvPr>
          <p:cNvSpPr>
            <a:spLocks noGrp="1"/>
          </p:cNvSpPr>
          <p:nvPr>
            <p:ph sz="quarter" idx="13" hasCustomPrompt="1"/>
          </p:nvPr>
        </p:nvSpPr>
        <p:spPr>
          <a:xfrm>
            <a:off x="612648" y="1235710"/>
            <a:ext cx="8961438" cy="3168650"/>
          </a:xfrm>
        </p:spPr>
        <p:txBody>
          <a:bodyPr anchor="ctr">
            <a:normAutofit/>
          </a:bodyPr>
          <a:lstStyle>
            <a:lvl1pPr marL="0" indent="0">
              <a:lnSpc>
                <a:spcPct val="100000"/>
              </a:lnSpc>
              <a:spcBef>
                <a:spcPts val="0"/>
              </a:spcBef>
              <a:buNone/>
              <a:defRPr sz="4400" cap="all" spc="600" baseline="0">
                <a:solidFill>
                  <a:schemeClr val="bg1"/>
                </a:solidFill>
                <a:highlight>
                  <a:srgbClr val="000000"/>
                </a:highlight>
                <a:latin typeface="+mj-lt"/>
              </a:defRPr>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558199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4"/>
            <a:ext cx="10741152" cy="1132258"/>
          </a:xfrm>
        </p:spPr>
        <p:txBody>
          <a:bodyPr/>
          <a:lstStyle>
            <a:lvl1pPr>
              <a:defRPr>
                <a:solidFill>
                  <a:schemeClr val="bg1"/>
                </a:solidFill>
                <a:highlight>
                  <a:srgbClr val="000000"/>
                </a:highlight>
              </a:defRPr>
            </a:lvl1pPr>
          </a:lstStyle>
          <a:p>
            <a:r>
              <a:rPr lang="en-US" dirty="0"/>
              <a:t>Click to edit Master title style</a:t>
            </a:r>
          </a:p>
        </p:txBody>
      </p:sp>
      <p:sp>
        <p:nvSpPr>
          <p:cNvPr id="3" name="Content Placeholder 5">
            <a:extLst>
              <a:ext uri="{FF2B5EF4-FFF2-40B4-BE49-F238E27FC236}">
                <a16:creationId xmlns:a16="http://schemas.microsoft.com/office/drawing/2014/main" id="{6F375645-3969-960F-95E9-FF521D145C63}"/>
              </a:ext>
            </a:extLst>
          </p:cNvPr>
          <p:cNvSpPr>
            <a:spLocks noGrp="1"/>
          </p:cNvSpPr>
          <p:nvPr>
            <p:ph sz="quarter" idx="15"/>
          </p:nvPr>
        </p:nvSpPr>
        <p:spPr>
          <a:xfrm>
            <a:off x="621792" y="1825624"/>
            <a:ext cx="5157788"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5">
            <a:extLst>
              <a:ext uri="{FF2B5EF4-FFF2-40B4-BE49-F238E27FC236}">
                <a16:creationId xmlns:a16="http://schemas.microsoft.com/office/drawing/2014/main" id="{FB472D51-340A-8B1E-44B0-506409708C68}"/>
              </a:ext>
            </a:extLst>
          </p:cNvPr>
          <p:cNvSpPr>
            <a:spLocks noGrp="1"/>
          </p:cNvSpPr>
          <p:nvPr>
            <p:ph sz="quarter" idx="16"/>
          </p:nvPr>
        </p:nvSpPr>
        <p:spPr>
          <a:xfrm>
            <a:off x="6172200" y="1825624"/>
            <a:ext cx="5183188"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967271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21792" y="603504"/>
            <a:ext cx="10745788" cy="822960"/>
          </a:xfrm>
        </p:spPr>
        <p:txBody>
          <a:bodyPr/>
          <a:lstStyle>
            <a:lvl1pPr>
              <a:defRPr>
                <a:solidFill>
                  <a:schemeClr val="bg1"/>
                </a:solidFill>
                <a:highlight>
                  <a:srgbClr val="000000"/>
                </a:highlight>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21792" y="1554480"/>
            <a:ext cx="5157787" cy="559834"/>
          </a:xfrm>
        </p:spPr>
        <p:txBody>
          <a:bodyPr anchor="b">
            <a:normAutofit/>
          </a:bodyPr>
          <a:lstStyle>
            <a:lvl1pPr marL="0" indent="0">
              <a:lnSpc>
                <a:spcPct val="90000"/>
              </a:lnSpc>
              <a:buNone/>
              <a:defRPr sz="2000" b="1" cap="all" spc="200" baseline="0">
                <a:solidFill>
                  <a:schemeClr val="tx1"/>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B785DE4-AACB-128C-17BA-30E12F86F137}"/>
              </a:ext>
            </a:extLst>
          </p:cNvPr>
          <p:cNvSpPr>
            <a:spLocks noGrp="1"/>
          </p:cNvSpPr>
          <p:nvPr>
            <p:ph sz="quarter" idx="15"/>
          </p:nvPr>
        </p:nvSpPr>
        <p:spPr>
          <a:xfrm>
            <a:off x="621792" y="2194559"/>
            <a:ext cx="515778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554480"/>
            <a:ext cx="5183188" cy="559834"/>
          </a:xfrm>
        </p:spPr>
        <p:txBody>
          <a:bodyPr anchor="b">
            <a:normAutofit/>
          </a:bodyPr>
          <a:lstStyle>
            <a:lvl1pPr marL="0" indent="0">
              <a:lnSpc>
                <a:spcPct val="90000"/>
              </a:lnSpc>
              <a:buNone/>
              <a:defRPr sz="2000" b="1" cap="all" spc="200" baseline="0">
                <a:solidFill>
                  <a:schemeClr val="tx1"/>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Content Placeholder 5">
            <a:extLst>
              <a:ext uri="{FF2B5EF4-FFF2-40B4-BE49-F238E27FC236}">
                <a16:creationId xmlns:a16="http://schemas.microsoft.com/office/drawing/2014/main" id="{3DB6B8D4-5453-863F-5D39-32D600D938E0}"/>
              </a:ext>
            </a:extLst>
          </p:cNvPr>
          <p:cNvSpPr>
            <a:spLocks noGrp="1"/>
          </p:cNvSpPr>
          <p:nvPr>
            <p:ph sz="quarter" idx="16"/>
          </p:nvPr>
        </p:nvSpPr>
        <p:spPr>
          <a:xfrm>
            <a:off x="6172200" y="2194559"/>
            <a:ext cx="518318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3/9/2026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089074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21792" y="603504"/>
            <a:ext cx="10653578" cy="1132258"/>
          </a:xfrm>
        </p:spPr>
        <p:txBody>
          <a:bodyPr/>
          <a:lstStyle>
            <a:lvl1pPr>
              <a:defRPr>
                <a:solidFill>
                  <a:schemeClr val="bg1"/>
                </a:solidFill>
                <a:highlight>
                  <a:srgbClr val="000000"/>
                </a:highlight>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3/9/2026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150836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3/9/2026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135415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21792" y="603504"/>
            <a:ext cx="3595634" cy="1757505"/>
          </a:xfrm>
        </p:spPr>
        <p:txBody>
          <a:bodyPr anchor="t">
            <a:normAutofit/>
          </a:bodyPr>
          <a:lstStyle>
            <a:lvl1pPr>
              <a:defRPr sz="2800">
                <a:solidFill>
                  <a:schemeClr val="bg1"/>
                </a:solidFill>
                <a:highlight>
                  <a:srgbClr val="000000"/>
                </a:highlight>
              </a:defRPr>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21792" y="2510118"/>
            <a:ext cx="3595634" cy="37942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3/9/2026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734606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21792" y="603504"/>
            <a:ext cx="3595634" cy="2212313"/>
          </a:xfrm>
        </p:spPr>
        <p:txBody>
          <a:bodyPr anchor="t">
            <a:normAutofit/>
          </a:bodyPr>
          <a:lstStyle>
            <a:lvl1pPr>
              <a:defRPr sz="2800">
                <a:solidFill>
                  <a:schemeClr val="bg1"/>
                </a:solidFill>
                <a:highlight>
                  <a:srgbClr val="000000"/>
                </a:highlight>
              </a:defRPr>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21792" y="2994211"/>
            <a:ext cx="3585586" cy="32665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603504"/>
            <a:ext cx="6519080" cy="5779007"/>
          </a:xfrm>
          <a:blipFill dpi="0" rotWithShape="1">
            <a:blip r:embed="rId2">
              <a:alphaModFix amt="70000"/>
            </a:blip>
            <a:srcRect/>
            <a:stretch>
              <a:fillRect/>
            </a:stretch>
          </a:blipFill>
        </p:spPr>
        <p:txBody>
          <a:bodyPr/>
          <a:lstStyle>
            <a:lvl1pPr marL="0" indent="0">
              <a:buFont typeface="Arial" panose="020B0604020202020204" pitchFamily="34" charse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3/9/2026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363352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solidFill>
                  <a:schemeClr val="bg1"/>
                </a:solidFill>
                <a:highlight>
                  <a:srgbClr val="FFFFFF"/>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sz="2000"/>
            </a:lvl1pPr>
            <a:lvl2pPr marL="228600" indent="0">
              <a:buNone/>
              <a:defRPr sz="1800"/>
            </a:lvl2pPr>
            <a:lvl3pPr marL="457200" indent="0">
              <a:buNone/>
              <a:defRPr sz="1600"/>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473564"/>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solidFill>
                  <a:schemeClr val="bg1"/>
                </a:solidFill>
                <a:highlight>
                  <a:srgbClr val="FFFFFF"/>
                </a:highligh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3"/>
            <a:ext cx="8430639" cy="1737360"/>
          </a:xfrm>
        </p:spPr>
        <p:txBody>
          <a:bodyPr>
            <a:no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191266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914400" cy="365125"/>
          </a:xfrm>
          <a:prstGeom prst="rect">
            <a:avLst/>
          </a:prstGeom>
        </p:spPr>
        <p:txBody>
          <a:bodyPr vert="horz" lIns="91440" tIns="45720" rIns="91440" bIns="45720" rtlCol="0" anchor="ctr"/>
          <a:lstStyle>
            <a:lvl1pPr algn="l" rtl="0">
              <a:defRPr sz="900">
                <a:solidFill>
                  <a:schemeClr val="tx1"/>
                </a:solidFill>
                <a:latin typeface="+mn-lt"/>
              </a:defRPr>
            </a:lvl1pPr>
          </a:lstStyle>
          <a:p>
            <a:fld id="{D291CE83-67BA-4B15-B48A-7DC5C0636664}" type="datetime1">
              <a:rPr lang="en-US" smtClean="0"/>
              <a:pPr/>
              <a:t>3/9/2026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47493" y="6453002"/>
            <a:ext cx="2805405" cy="365125"/>
          </a:xfrm>
          <a:prstGeom prst="rect">
            <a:avLst/>
          </a:prstGeom>
        </p:spPr>
        <p:txBody>
          <a:bodyPr vert="horz" lIns="91440" tIns="45720" rIns="91440" bIns="45720" rtlCol="0" anchor="ctr"/>
          <a:lstStyle>
            <a:lvl1pPr algn="r" rtl="0">
              <a:defRPr sz="90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81926" y="6453002"/>
            <a:ext cx="379443" cy="365125"/>
          </a:xfrm>
          <a:prstGeom prst="rect">
            <a:avLst/>
          </a:prstGeom>
        </p:spPr>
        <p:txBody>
          <a:bodyPr vert="horz" lIns="91440" tIns="45720" rIns="91440" bIns="45720" rtlCol="0" anchor="ctr"/>
          <a:lstStyle>
            <a:lvl1pPr algn="r" rtl="0">
              <a:defRPr sz="900">
                <a:solidFill>
                  <a:schemeClr val="tx1"/>
                </a:solidFill>
                <a:latin typeface="+mn-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6002012"/>
      </p:ext>
    </p:extLst>
  </p:cSld>
  <p:clrMap bg1="lt1" tx1="dk1" bg2="lt2" tx2="dk2" accent1="accent1" accent2="accent2" accent3="accent3" accent4="accent4" accent5="accent5" accent6="accent6" hlink="hlink" folHlink="folHlink"/>
  <p:sldLayoutIdLst>
    <p:sldLayoutId id="2147483789" r:id="rId1"/>
    <p:sldLayoutId id="2147483795" r:id="rId2"/>
    <p:sldLayoutId id="2147483858" r:id="rId3"/>
    <p:sldLayoutId id="2147483790" r:id="rId4"/>
    <p:sldLayoutId id="2147483788" r:id="rId5"/>
    <p:sldLayoutId id="2147483785" r:id="rId6"/>
    <p:sldLayoutId id="2147483786" r:id="rId7"/>
    <p:sldLayoutId id="2147483787" r:id="rId8"/>
    <p:sldLayoutId id="2147483791" r:id="rId9"/>
    <p:sldLayoutId id="2147483792" r:id="rId10"/>
    <p:sldLayoutId id="2147483850" r:id="rId11"/>
    <p:sldLayoutId id="2147483857" r:id="rId12"/>
    <p:sldLayoutId id="2147483796" r:id="rId13"/>
    <p:sldLayoutId id="2147483797" r:id="rId14"/>
    <p:sldLayoutId id="2147483798" r:id="rId15"/>
    <p:sldLayoutId id="2147483799" r:id="rId16"/>
    <p:sldLayoutId id="2147483810" r:id="rId17"/>
    <p:sldLayoutId id="2147483811" r:id="rId18"/>
    <p:sldLayoutId id="2147483812" r:id="rId19"/>
    <p:sldLayoutId id="2147483809" r:id="rId20"/>
    <p:sldLayoutId id="2147483852" r:id="rId21"/>
    <p:sldLayoutId id="2147483805" r:id="rId22"/>
    <p:sldLayoutId id="2147483806" r:id="rId23"/>
    <p:sldLayoutId id="2147483813" r:id="rId24"/>
    <p:sldLayoutId id="2147483814" r:id="rId25"/>
    <p:sldLayoutId id="2147483801" r:id="rId26"/>
    <p:sldLayoutId id="2147483802" r:id="rId27"/>
    <p:sldLayoutId id="2147483815" r:id="rId28"/>
    <p:sldLayoutId id="2147483853" r:id="rId29"/>
    <p:sldLayoutId id="2147483854" r:id="rId30"/>
    <p:sldLayoutId id="2147483803" r:id="rId31"/>
    <p:sldLayoutId id="2147483804" r:id="rId32"/>
    <p:sldLayoutId id="2147483816" r:id="rId33"/>
    <p:sldLayoutId id="2147483817" r:id="rId34"/>
    <p:sldLayoutId id="2147483841" r:id="rId35"/>
    <p:sldLayoutId id="2147483842" r:id="rId36"/>
    <p:sldLayoutId id="2147483843" r:id="rId37"/>
    <p:sldLayoutId id="2147483844" r:id="rId38"/>
    <p:sldLayoutId id="2147483845" r:id="rId39"/>
    <p:sldLayoutId id="2147483818" r:id="rId40"/>
    <p:sldLayoutId id="2147483819" r:id="rId41"/>
    <p:sldLayoutId id="2147483820" r:id="rId42"/>
    <p:sldLayoutId id="2147483821" r:id="rId43"/>
    <p:sldLayoutId id="2147483855" r:id="rId44"/>
    <p:sldLayoutId id="2147483856" r:id="rId45"/>
    <p:sldLayoutId id="2147483822" r:id="rId46"/>
    <p:sldLayoutId id="2147483823" r:id="rId47"/>
    <p:sldLayoutId id="2147483824" r:id="rId48"/>
    <p:sldLayoutId id="2147483825" r:id="rId49"/>
    <p:sldLayoutId id="2147483826" r:id="rId50"/>
    <p:sldLayoutId id="2147483827" r:id="rId51"/>
    <p:sldLayoutId id="2147483828" r:id="rId52"/>
    <p:sldLayoutId id="2147483829" r:id="rId53"/>
    <p:sldLayoutId id="2147483830" r:id="rId54"/>
    <p:sldLayoutId id="2147483831" r:id="rId55"/>
    <p:sldLayoutId id="2147483832" r:id="rId56"/>
  </p:sldLayoutIdLst>
  <p:hf sldNum="0" hdr="0" ftr="0" dt="0"/>
  <p:txStyles>
    <p:titleStyle>
      <a:lvl1pPr algn="l" defTabSz="914400" rtl="0" eaLnBrk="1" latinLnBrk="0" hangingPunct="1">
        <a:lnSpc>
          <a:spcPct val="100000"/>
        </a:lnSpc>
        <a:spcBef>
          <a:spcPct val="0"/>
        </a:spcBef>
        <a:buNone/>
        <a:defRPr sz="4000" b="1" i="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hyperlink" Target="https://flask-login.readthedocs.io/en/latest/" TargetMode="External"/><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61ADC-CE35-196E-3C8E-113B59A6C356}"/>
              </a:ext>
            </a:extLst>
          </p:cNvPr>
          <p:cNvSpPr>
            <a:spLocks noGrp="1"/>
          </p:cNvSpPr>
          <p:nvPr>
            <p:ph type="title"/>
          </p:nvPr>
        </p:nvSpPr>
        <p:spPr>
          <a:xfrm>
            <a:off x="365760" y="1801368"/>
            <a:ext cx="8602201" cy="4572000"/>
          </a:xfrm>
        </p:spPr>
        <p:txBody>
          <a:bodyPr anchor="b">
            <a:normAutofit/>
          </a:bodyPr>
          <a:lstStyle/>
          <a:p>
            <a:r>
              <a:rPr lang="en-US"/>
              <a:t>Flask Authentication Workflow</a:t>
            </a:r>
          </a:p>
        </p:txBody>
      </p:sp>
    </p:spTree>
    <p:extLst>
      <p:ext uri="{BB962C8B-B14F-4D97-AF65-F5344CB8AC3E}">
        <p14:creationId xmlns:p14="http://schemas.microsoft.com/office/powerpoint/2010/main" val="22168850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16A47-6331-E1D0-474B-1EA1D9CF344B}"/>
              </a:ext>
            </a:extLst>
          </p:cNvPr>
          <p:cNvSpPr>
            <a:spLocks noGrp="1"/>
          </p:cNvSpPr>
          <p:nvPr>
            <p:ph type="title"/>
          </p:nvPr>
        </p:nvSpPr>
        <p:spPr>
          <a:xfrm>
            <a:off x="621791" y="548638"/>
            <a:ext cx="5111021" cy="2492735"/>
          </a:xfrm>
        </p:spPr>
        <p:txBody>
          <a:bodyPr anchor="t">
            <a:normAutofit/>
          </a:bodyPr>
          <a:lstStyle/>
          <a:p>
            <a:r>
              <a:rPr lang="en-US" dirty="0"/>
              <a:t>The Tools of the Trade</a:t>
            </a:r>
          </a:p>
        </p:txBody>
      </p:sp>
      <p:sp>
        <p:nvSpPr>
          <p:cNvPr id="4" name="Content Placeholder 3">
            <a:extLst>
              <a:ext uri="{FF2B5EF4-FFF2-40B4-BE49-F238E27FC236}">
                <a16:creationId xmlns:a16="http://schemas.microsoft.com/office/drawing/2014/main" id="{C1FD23F7-58E4-E432-522E-8AF067AB7DD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dirty="0"/>
              <a:t>Flask Web Framework</a:t>
            </a:r>
          </a:p>
          <a:p>
            <a:pPr marL="0" lvl="1" indent="0">
              <a:buFont typeface="Arial" panose="020B0604020202020204" pitchFamily="34" charset="0"/>
              <a:buNone/>
            </a:pPr>
            <a:r>
              <a:rPr dirty="0"/>
              <a:t>Flask manages HTTP requests, URL routing, and responses, forming the backbone of user flow in web applications.</a:t>
            </a:r>
            <a:endParaRPr lang="en-US" dirty="0"/>
          </a:p>
          <a:p>
            <a:pPr marL="0" indent="0">
              <a:spcBef>
                <a:spcPts val="2500"/>
              </a:spcBef>
              <a:buFont typeface="Arial" panose="020B0604020202020204" pitchFamily="34" charset="0"/>
              <a:buNone/>
            </a:pPr>
            <a:r>
              <a:rPr lang="en-US" b="1" dirty="0"/>
              <a:t>SQLite3 Database</a:t>
            </a:r>
          </a:p>
          <a:p>
            <a:pPr marL="0" lvl="1" indent="0">
              <a:buFont typeface="Arial" panose="020B0604020202020204" pitchFamily="34" charset="0"/>
              <a:buNone/>
            </a:pPr>
            <a:r>
              <a:rPr dirty="0"/>
              <a:t>SQLite3 stores usernames and hashed passwords securely in a lightweight, file-based database ideal for small deployments.</a:t>
            </a:r>
            <a:endParaRPr lang="en-US" dirty="0"/>
          </a:p>
          <a:p>
            <a:pPr marL="0" indent="0">
              <a:spcBef>
                <a:spcPts val="2500"/>
              </a:spcBef>
              <a:buNone/>
            </a:pPr>
            <a:r>
              <a:rPr lang="en-US" b="1" dirty="0"/>
              <a:t>Flask-Login Session Manager - </a:t>
            </a:r>
            <a:r>
              <a:rPr lang="en-GB" dirty="0">
                <a:hlinkClick r:id="rId3"/>
              </a:rPr>
              <a:t>Flask-Login 0.7.0 documentation</a:t>
            </a:r>
            <a:endParaRPr lang="en-US" b="1" dirty="0"/>
          </a:p>
          <a:p>
            <a:pPr marL="0" lvl="1" indent="0">
              <a:buFont typeface="Arial" panose="020B0604020202020204" pitchFamily="34" charset="0"/>
              <a:buNone/>
            </a:pPr>
            <a:r>
              <a:rPr dirty="0"/>
              <a:t>Flask-Login manages user sessions, tracking login status via session cookies tied to user identities.</a:t>
            </a:r>
            <a:endParaRPr lang="en-US" dirty="0"/>
          </a:p>
          <a:p>
            <a:pPr marL="0" indent="0">
              <a:spcBef>
                <a:spcPts val="2500"/>
              </a:spcBef>
              <a:buFont typeface="Arial" panose="020B0604020202020204" pitchFamily="34" charset="0"/>
              <a:buNone/>
            </a:pPr>
            <a:r>
              <a:rPr lang="en-US" b="1" dirty="0" err="1"/>
              <a:t>Bcrypt</a:t>
            </a:r>
            <a:r>
              <a:rPr lang="en-US" b="1" dirty="0"/>
              <a:t> Password Hashing</a:t>
            </a:r>
          </a:p>
          <a:p>
            <a:pPr marL="0" lvl="1" indent="0">
              <a:buFont typeface="Arial" panose="020B0604020202020204" pitchFamily="34" charset="0"/>
              <a:buNone/>
            </a:pPr>
            <a:r>
              <a:rPr dirty="0" err="1"/>
              <a:t>Bcrypt</a:t>
            </a:r>
            <a:r>
              <a:rPr dirty="0"/>
              <a:t> secures passwords by applying strong one-way hashing with unique salts, protecting against data breaches.</a:t>
            </a:r>
            <a:endParaRPr lang="en-US" dirty="0"/>
          </a:p>
        </p:txBody>
      </p:sp>
    </p:spTree>
    <p:extLst>
      <p:ext uri="{BB962C8B-B14F-4D97-AF65-F5344CB8AC3E}">
        <p14:creationId xmlns:p14="http://schemas.microsoft.com/office/powerpoint/2010/main" val="4096664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101010 data lines to infinity">
            <a:extLst>
              <a:ext uri="{FF2B5EF4-FFF2-40B4-BE49-F238E27FC236}">
                <a16:creationId xmlns:a16="http://schemas.microsoft.com/office/drawing/2014/main" id="{514D6A06-0482-469A-8B96-6927EFF3D25A}"/>
              </a:ext>
            </a:extLst>
          </p:cNvPr>
          <p:cNvPicPr>
            <a:picLocks noGrp="1" noChangeAspect="1"/>
          </p:cNvPicPr>
          <p:nvPr>
            <p:ph type="pic" sz="quarter" idx="13"/>
          </p:nvPr>
        </p:nvPicPr>
        <p:blipFill>
          <a:blip r:embed="rId3"/>
          <a:srcRect l="17441" r="13158" b="2"/>
          <a:stretch>
            <a:fillRect/>
          </a:stretch>
        </p:blipFill>
        <p:spPr>
          <a:xfrm>
            <a:off x="961177" y="2838123"/>
            <a:ext cx="4186010" cy="3905381"/>
          </a:xfrm>
        </p:spPr>
      </p:pic>
      <p:sp>
        <p:nvSpPr>
          <p:cNvPr id="2" name="Title 1">
            <a:extLst>
              <a:ext uri="{FF2B5EF4-FFF2-40B4-BE49-F238E27FC236}">
                <a16:creationId xmlns:a16="http://schemas.microsoft.com/office/drawing/2014/main" id="{0C2448E2-321A-8257-602A-C22E735CD2D6}"/>
              </a:ext>
            </a:extLst>
          </p:cNvPr>
          <p:cNvSpPr>
            <a:spLocks noGrp="1"/>
          </p:cNvSpPr>
          <p:nvPr>
            <p:ph type="title"/>
          </p:nvPr>
        </p:nvSpPr>
        <p:spPr>
          <a:xfrm>
            <a:off x="621791" y="548638"/>
            <a:ext cx="5111021" cy="2492735"/>
          </a:xfrm>
        </p:spPr>
        <p:txBody>
          <a:bodyPr anchor="t">
            <a:normAutofit/>
          </a:bodyPr>
          <a:lstStyle/>
          <a:p>
            <a:r>
              <a:rPr lang="en-US"/>
              <a:t>Password Hashing with Bcrypt</a:t>
            </a:r>
          </a:p>
        </p:txBody>
      </p:sp>
      <p:sp>
        <p:nvSpPr>
          <p:cNvPr id="4" name="Content Placeholder 3">
            <a:extLst>
              <a:ext uri="{FF2B5EF4-FFF2-40B4-BE49-F238E27FC236}">
                <a16:creationId xmlns:a16="http://schemas.microsoft.com/office/drawing/2014/main" id="{CCC2A8D0-6561-38D5-4375-246A308534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a:t>One-way Password Hashing</a:t>
            </a:r>
          </a:p>
          <a:p>
            <a:pPr marL="0" lvl="1" indent="0">
              <a:buFont typeface="Arial" panose="020B0604020202020204" pitchFamily="34" charset="0"/>
              <a:buNone/>
            </a:pPr>
            <a:r>
              <a:t>Bcrypt hashes passwords in a one-way process, preventing retrieval of the original password.</a:t>
            </a:r>
            <a:endParaRPr lang="en-US"/>
          </a:p>
          <a:p>
            <a:pPr marL="0" indent="0">
              <a:spcBef>
                <a:spcPts val="2500"/>
              </a:spcBef>
              <a:buFont typeface="Arial" panose="020B0604020202020204" pitchFamily="34" charset="0"/>
              <a:buNone/>
            </a:pPr>
            <a:r>
              <a:rPr lang="en-US" b="1"/>
              <a:t>Salting for Security</a:t>
            </a:r>
          </a:p>
          <a:p>
            <a:pPr marL="0" lvl="1" indent="0">
              <a:buFont typeface="Arial" panose="020B0604020202020204" pitchFamily="34" charset="0"/>
              <a:buNone/>
            </a:pPr>
            <a:r>
              <a:t>Unique salts are added to each password to ensure even identical passwords have different hashes.</a:t>
            </a:r>
            <a:endParaRPr lang="en-US"/>
          </a:p>
          <a:p>
            <a:pPr marL="0" indent="0">
              <a:spcBef>
                <a:spcPts val="2500"/>
              </a:spcBef>
              <a:buFont typeface="Arial" panose="020B0604020202020204" pitchFamily="34" charset="0"/>
              <a:buNone/>
            </a:pPr>
            <a:r>
              <a:rPr lang="en-US" b="1"/>
              <a:t>Secure Password Verification</a:t>
            </a:r>
          </a:p>
          <a:p>
            <a:pPr marL="0" lvl="1" indent="0">
              <a:buFont typeface="Arial" panose="020B0604020202020204" pitchFamily="34" charset="0"/>
              <a:buNone/>
            </a:pPr>
            <a:r>
              <a:t>Bcrypt compares typed passwords with stored hashes securely without exposing the original password.</a:t>
            </a:r>
            <a:endParaRPr lang="en-US"/>
          </a:p>
          <a:p>
            <a:pPr marL="0" indent="0">
              <a:spcBef>
                <a:spcPts val="2500"/>
              </a:spcBef>
              <a:buFont typeface="Arial" panose="020B0604020202020204" pitchFamily="34" charset="0"/>
              <a:buNone/>
            </a:pPr>
            <a:r>
              <a:rPr lang="en-US" b="1"/>
              <a:t>Protection Against Attacks</a:t>
            </a:r>
          </a:p>
          <a:p>
            <a:pPr marL="0" lvl="1" indent="0">
              <a:buFont typeface="Arial" panose="020B0604020202020204" pitchFamily="34" charset="0"/>
              <a:buNone/>
            </a:pPr>
            <a:r>
              <a:t>Using bcrypt strengthens resistance to brute-force and rainbow table attacks through expensive hashing.</a:t>
            </a:r>
            <a:endParaRPr lang="en-US"/>
          </a:p>
        </p:txBody>
      </p:sp>
    </p:spTree>
    <p:extLst>
      <p:ext uri="{BB962C8B-B14F-4D97-AF65-F5344CB8AC3E}">
        <p14:creationId xmlns:p14="http://schemas.microsoft.com/office/powerpoint/2010/main" val="33591699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E7C72-B4DB-3665-C84B-419C816E14BF}"/>
              </a:ext>
            </a:extLst>
          </p:cNvPr>
          <p:cNvSpPr>
            <a:spLocks noGrp="1"/>
          </p:cNvSpPr>
          <p:nvPr>
            <p:ph type="title"/>
          </p:nvPr>
        </p:nvSpPr>
        <p:spPr>
          <a:xfrm>
            <a:off x="5409768" y="548640"/>
            <a:ext cx="6217920" cy="1425587"/>
          </a:xfrm>
        </p:spPr>
        <p:txBody>
          <a:bodyPr anchor="b">
            <a:normAutofit/>
          </a:bodyPr>
          <a:lstStyle/>
          <a:p>
            <a:r>
              <a:rPr lang="en-US" sz="3700"/>
              <a:t>Database Helpers and Initialization</a:t>
            </a:r>
          </a:p>
        </p:txBody>
      </p:sp>
      <p:sp>
        <p:nvSpPr>
          <p:cNvPr id="4" name="Content Placeholder 3">
            <a:extLst>
              <a:ext uri="{FF2B5EF4-FFF2-40B4-BE49-F238E27FC236}">
                <a16:creationId xmlns:a16="http://schemas.microsoft.com/office/drawing/2014/main" id="{FACE5D1F-7AD5-BC83-7A35-1CB3D00AD17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73829" y="2103120"/>
            <a:ext cx="4572000" cy="4297680"/>
          </a:xfrm>
        </p:spPr>
        <p:txBody>
          <a:bodyPr>
            <a:normAutofit/>
          </a:bodyPr>
          <a:lstStyle/>
          <a:p>
            <a:pPr marL="0" indent="0">
              <a:spcBef>
                <a:spcPts val="2500"/>
              </a:spcBef>
              <a:buFont typeface="Arial" panose="020B0604020202020204" pitchFamily="34" charset="0"/>
              <a:buNone/>
            </a:pPr>
            <a:r>
              <a:rPr lang="en-US" b="1"/>
              <a:t>Reusable Database Connection</a:t>
            </a:r>
          </a:p>
          <a:p>
            <a:pPr marL="0" lvl="1" indent="0">
              <a:buFont typeface="Arial" panose="020B0604020202020204" pitchFamily="34" charset="0"/>
              <a:buNone/>
            </a:pPr>
            <a:r>
              <a:t>The get_db_connection() function opens the users.db connection for data operations, enhancing reliability.</a:t>
            </a:r>
            <a:endParaRPr lang="en-US"/>
          </a:p>
          <a:p>
            <a:pPr marL="0" indent="0">
              <a:spcBef>
                <a:spcPts val="2500"/>
              </a:spcBef>
              <a:buFont typeface="Arial" panose="020B0604020202020204" pitchFamily="34" charset="0"/>
              <a:buNone/>
            </a:pPr>
            <a:r>
              <a:rPr lang="en-US" b="1"/>
              <a:t>Improved Data Access</a:t>
            </a:r>
          </a:p>
          <a:p>
            <a:pPr marL="0" lvl="1" indent="0">
              <a:buFont typeface="Arial" panose="020B0604020202020204" pitchFamily="34" charset="0"/>
              <a:buNone/>
            </a:pPr>
            <a:r>
              <a:t>Using sqlite3.Row row_factory allows accessing query results with dictionary-like keys for clarity.</a:t>
            </a:r>
            <a:endParaRPr lang="en-US"/>
          </a:p>
          <a:p>
            <a:pPr marL="0" indent="0">
              <a:spcBef>
                <a:spcPts val="2500"/>
              </a:spcBef>
              <a:buFont typeface="Arial" panose="020B0604020202020204" pitchFamily="34" charset="0"/>
              <a:buNone/>
            </a:pPr>
            <a:r>
              <a:rPr lang="en-US" b="1"/>
              <a:t>Database Initialization</a:t>
            </a:r>
          </a:p>
          <a:p>
            <a:pPr marL="0" lvl="1" indent="0">
              <a:buFont typeface="Arial" panose="020B0604020202020204" pitchFamily="34" charset="0"/>
              <a:buNone/>
            </a:pPr>
            <a:r>
              <a:t>The init_db() function creates the users table if missing and inserts a default admin account at startup.</a:t>
            </a:r>
            <a:endParaRPr lang="en-US"/>
          </a:p>
        </p:txBody>
      </p:sp>
      <p:pic>
        <p:nvPicPr>
          <p:cNvPr id="8" name="Picture 7">
            <a:extLst>
              <a:ext uri="{FF2B5EF4-FFF2-40B4-BE49-F238E27FC236}">
                <a16:creationId xmlns:a16="http://schemas.microsoft.com/office/drawing/2014/main" id="{854DDF47-3825-C5B9-422C-4BE3664A73EC}"/>
              </a:ext>
            </a:extLst>
          </p:cNvPr>
          <p:cNvPicPr>
            <a:picLocks noChangeAspect="1"/>
          </p:cNvPicPr>
          <p:nvPr/>
        </p:nvPicPr>
        <p:blipFill>
          <a:blip r:embed="rId3"/>
          <a:stretch>
            <a:fillRect/>
          </a:stretch>
        </p:blipFill>
        <p:spPr>
          <a:xfrm>
            <a:off x="755020" y="658297"/>
            <a:ext cx="3581900" cy="2448267"/>
          </a:xfrm>
          <a:prstGeom prst="rect">
            <a:avLst/>
          </a:prstGeom>
        </p:spPr>
      </p:pic>
    </p:spTree>
    <p:extLst>
      <p:ext uri="{BB962C8B-B14F-4D97-AF65-F5344CB8AC3E}">
        <p14:creationId xmlns:p14="http://schemas.microsoft.com/office/powerpoint/2010/main" val="10123601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49232-EE83-1447-E3A6-D9CD6BC29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716FF-A35C-E579-5608-0C2553A2CFA8}"/>
              </a:ext>
            </a:extLst>
          </p:cNvPr>
          <p:cNvSpPr>
            <a:spLocks noGrp="1"/>
          </p:cNvSpPr>
          <p:nvPr>
            <p:ph type="title"/>
          </p:nvPr>
        </p:nvSpPr>
        <p:spPr>
          <a:xfrm>
            <a:off x="106248" y="329184"/>
            <a:ext cx="5471592" cy="1425587"/>
          </a:xfrm>
        </p:spPr>
        <p:txBody>
          <a:bodyPr anchor="b">
            <a:normAutofit/>
          </a:bodyPr>
          <a:lstStyle/>
          <a:p>
            <a:r>
              <a:rPr lang="en-US" dirty="0"/>
              <a:t>Configure the app</a:t>
            </a:r>
          </a:p>
        </p:txBody>
      </p:sp>
      <p:pic>
        <p:nvPicPr>
          <p:cNvPr id="9" name="Picture 8">
            <a:extLst>
              <a:ext uri="{FF2B5EF4-FFF2-40B4-BE49-F238E27FC236}">
                <a16:creationId xmlns:a16="http://schemas.microsoft.com/office/drawing/2014/main" id="{965C8AAF-F03E-BDBA-C68F-E1EE7D804730}"/>
              </a:ext>
            </a:extLst>
          </p:cNvPr>
          <p:cNvPicPr>
            <a:picLocks noChangeAspect="1"/>
          </p:cNvPicPr>
          <p:nvPr/>
        </p:nvPicPr>
        <p:blipFill>
          <a:blip r:embed="rId3"/>
          <a:stretch>
            <a:fillRect/>
          </a:stretch>
        </p:blipFill>
        <p:spPr>
          <a:xfrm>
            <a:off x="165860" y="1985761"/>
            <a:ext cx="11860280" cy="2886478"/>
          </a:xfrm>
          <a:prstGeom prst="rect">
            <a:avLst/>
          </a:prstGeom>
        </p:spPr>
      </p:pic>
    </p:spTree>
    <p:extLst>
      <p:ext uri="{BB962C8B-B14F-4D97-AF65-F5344CB8AC3E}">
        <p14:creationId xmlns:p14="http://schemas.microsoft.com/office/powerpoint/2010/main" val="90800681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5FAD-21E2-62B4-A8E0-F41AEEB8129A}"/>
              </a:ext>
            </a:extLst>
          </p:cNvPr>
          <p:cNvSpPr>
            <a:spLocks noGrp="1"/>
          </p:cNvSpPr>
          <p:nvPr>
            <p:ph type="title"/>
          </p:nvPr>
        </p:nvSpPr>
        <p:spPr>
          <a:xfrm>
            <a:off x="106248" y="329184"/>
            <a:ext cx="5471592" cy="1425587"/>
          </a:xfrm>
        </p:spPr>
        <p:txBody>
          <a:bodyPr anchor="b">
            <a:normAutofit/>
          </a:bodyPr>
          <a:lstStyle/>
          <a:p>
            <a:r>
              <a:rPr lang="en-US" dirty="0"/>
              <a:t>The User Class and </a:t>
            </a:r>
            <a:r>
              <a:rPr lang="en-US" dirty="0" err="1"/>
              <a:t>UserMixin</a:t>
            </a:r>
            <a:endParaRPr lang="en-US" dirty="0"/>
          </a:p>
        </p:txBody>
      </p:sp>
      <p:sp>
        <p:nvSpPr>
          <p:cNvPr id="4" name="Content Placeholder 3">
            <a:extLst>
              <a:ext uri="{FF2B5EF4-FFF2-40B4-BE49-F238E27FC236}">
                <a16:creationId xmlns:a16="http://schemas.microsoft.com/office/drawing/2014/main" id="{CA3D8159-5751-31AA-7571-890A2BBC21D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06832" y="1819656"/>
            <a:ext cx="11689512" cy="4553712"/>
          </a:xfrm>
        </p:spPr>
        <p:txBody>
          <a:bodyPr>
            <a:normAutofit fontScale="92500" lnSpcReduction="10000"/>
          </a:bodyPr>
          <a:lstStyle/>
          <a:p>
            <a:pPr marL="0" indent="0">
              <a:spcBef>
                <a:spcPts val="2500"/>
              </a:spcBef>
              <a:buFont typeface="Arial" panose="020B0604020202020204" pitchFamily="34" charset="0"/>
              <a:buNone/>
            </a:pPr>
            <a:r>
              <a:rPr lang="en-US" b="1" dirty="0"/>
              <a:t>User Class Purpose</a:t>
            </a:r>
          </a:p>
          <a:p>
            <a:r>
              <a:rPr lang="en-GB" dirty="0"/>
              <a:t>This specific block of code is the </a:t>
            </a:r>
            <a:r>
              <a:rPr lang="en-GB" b="1" dirty="0"/>
              <a:t>blueprint</a:t>
            </a:r>
            <a:r>
              <a:rPr lang="en-GB" dirty="0"/>
              <a:t> for the User object that </a:t>
            </a:r>
            <a:r>
              <a:rPr lang="en-GB" b="1" dirty="0"/>
              <a:t>Flask-Login</a:t>
            </a:r>
            <a:r>
              <a:rPr lang="en-GB" dirty="0"/>
              <a:t> uses to track who is currently signed into your website.</a:t>
            </a:r>
          </a:p>
          <a:p>
            <a:r>
              <a:rPr lang="en-GB" dirty="0"/>
              <a:t>Think of it this way: Your database stores a </a:t>
            </a:r>
            <a:r>
              <a:rPr lang="en-GB" b="1" dirty="0"/>
              <a:t>row of text</a:t>
            </a:r>
            <a:r>
              <a:rPr lang="en-GB" dirty="0"/>
              <a:t> (like 1, admin, $2b$...), but Python needs an </a:t>
            </a:r>
            <a:r>
              <a:rPr lang="en-GB" b="1" dirty="0"/>
              <a:t>object</a:t>
            </a:r>
            <a:r>
              <a:rPr lang="en-GB" dirty="0"/>
              <a:t> with attributes (like user.id and </a:t>
            </a:r>
            <a:r>
              <a:rPr lang="en-GB" dirty="0" err="1"/>
              <a:t>user.username</a:t>
            </a:r>
            <a:r>
              <a:rPr lang="en-GB" dirty="0"/>
              <a:t>) to actually run logic in your code.</a:t>
            </a:r>
          </a:p>
          <a:p>
            <a:pPr marL="0" indent="0">
              <a:spcBef>
                <a:spcPts val="2500"/>
              </a:spcBef>
              <a:buFont typeface="Arial" panose="020B0604020202020204" pitchFamily="34" charset="0"/>
              <a:buNone/>
            </a:pPr>
            <a:r>
              <a:rPr lang="en-US" b="1" dirty="0"/>
              <a:t>Role of </a:t>
            </a:r>
            <a:r>
              <a:rPr lang="en-US" b="1" dirty="0" err="1"/>
              <a:t>UserMixin</a:t>
            </a:r>
            <a:endParaRPr lang="en-US" b="1" dirty="0"/>
          </a:p>
          <a:p>
            <a:r>
              <a:rPr lang="en-GB" dirty="0"/>
              <a:t>This is the most important part of that line. </a:t>
            </a:r>
            <a:r>
              <a:rPr lang="en-GB" dirty="0" err="1"/>
              <a:t>UserMixin</a:t>
            </a:r>
            <a:r>
              <a:rPr lang="en-GB" dirty="0"/>
              <a:t> is a helper class provided by Flask-Login. By including it in the parentheses, your User class "inherits" four specific methods that Flask-Login requires to manage sessions:</a:t>
            </a:r>
          </a:p>
          <a:p>
            <a:r>
              <a:rPr lang="en-GB" b="1" dirty="0" err="1"/>
              <a:t>is_authenticated</a:t>
            </a:r>
            <a:r>
              <a:rPr lang="en-GB" dirty="0"/>
              <a:t>: Returns True if the user has provided valid credentials.</a:t>
            </a:r>
          </a:p>
          <a:p>
            <a:r>
              <a:rPr lang="en-GB" b="1" dirty="0" err="1"/>
              <a:t>is_active</a:t>
            </a:r>
            <a:r>
              <a:rPr lang="en-GB" dirty="0"/>
              <a:t>: Returns True if the account is active (not banned/suspended).</a:t>
            </a:r>
          </a:p>
          <a:p>
            <a:r>
              <a:rPr lang="en-GB" b="1" dirty="0" err="1"/>
              <a:t>is_anonymous</a:t>
            </a:r>
            <a:r>
              <a:rPr lang="en-GB" dirty="0"/>
              <a:t>: Returns True only for "fake" users who aren't logged in.</a:t>
            </a:r>
          </a:p>
          <a:p>
            <a:r>
              <a:rPr lang="en-GB" b="1" dirty="0" err="1"/>
              <a:t>get_id</a:t>
            </a:r>
            <a:r>
              <a:rPr lang="en-GB" b="1" dirty="0"/>
              <a:t>()</a:t>
            </a:r>
            <a:r>
              <a:rPr lang="en-GB" dirty="0"/>
              <a:t>: Returns a unique string to identify the user (usually the primary key from your DB).</a:t>
            </a:r>
          </a:p>
          <a:p>
            <a:pPr marL="0" indent="0">
              <a:spcBef>
                <a:spcPts val="2500"/>
              </a:spcBef>
              <a:buFont typeface="Arial" panose="020B0604020202020204" pitchFamily="34" charset="0"/>
              <a:buNone/>
            </a:pPr>
            <a:r>
              <a:rPr lang="en-US" b="1" dirty="0"/>
              <a:t>Session and Identity Management</a:t>
            </a:r>
          </a:p>
          <a:p>
            <a:pPr marL="0" lvl="1" indent="0">
              <a:buFont typeface="Arial" panose="020B0604020202020204" pitchFamily="34" charset="0"/>
              <a:buNone/>
            </a:pPr>
            <a:r>
              <a:rPr dirty="0"/>
              <a:t>These attributes enable Flask‑Login to handle user sessions and identify active users seamlessly.</a:t>
            </a:r>
            <a:endParaRPr lang="en-US" dirty="0"/>
          </a:p>
        </p:txBody>
      </p:sp>
      <p:pic>
        <p:nvPicPr>
          <p:cNvPr id="10" name="Picture 9">
            <a:extLst>
              <a:ext uri="{FF2B5EF4-FFF2-40B4-BE49-F238E27FC236}">
                <a16:creationId xmlns:a16="http://schemas.microsoft.com/office/drawing/2014/main" id="{F4D6E8FF-26E0-21D3-C604-AB0927ABC2A2}"/>
              </a:ext>
            </a:extLst>
          </p:cNvPr>
          <p:cNvPicPr>
            <a:picLocks noChangeAspect="1"/>
          </p:cNvPicPr>
          <p:nvPr/>
        </p:nvPicPr>
        <p:blipFill>
          <a:blip r:embed="rId3"/>
          <a:stretch>
            <a:fillRect/>
          </a:stretch>
        </p:blipFill>
        <p:spPr>
          <a:xfrm>
            <a:off x="7525512" y="4389952"/>
            <a:ext cx="4035552" cy="1336982"/>
          </a:xfrm>
          <a:prstGeom prst="rect">
            <a:avLst/>
          </a:prstGeom>
        </p:spPr>
      </p:pic>
    </p:spTree>
    <p:extLst>
      <p:ext uri="{BB962C8B-B14F-4D97-AF65-F5344CB8AC3E}">
        <p14:creationId xmlns:p14="http://schemas.microsoft.com/office/powerpoint/2010/main" val="22192304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4C182-DCC4-01B9-4810-220223A22E9F}"/>
              </a:ext>
            </a:extLst>
          </p:cNvPr>
          <p:cNvSpPr>
            <a:spLocks noGrp="1"/>
          </p:cNvSpPr>
          <p:nvPr>
            <p:ph type="title"/>
          </p:nvPr>
        </p:nvSpPr>
        <p:spPr>
          <a:xfrm>
            <a:off x="621791" y="548638"/>
            <a:ext cx="5111021" cy="2492735"/>
          </a:xfrm>
        </p:spPr>
        <p:txBody>
          <a:bodyPr anchor="t">
            <a:normAutofit/>
          </a:bodyPr>
          <a:lstStyle/>
          <a:p>
            <a:r>
              <a:rPr lang="en-US"/>
              <a:t>The User Loader Mechanism</a:t>
            </a:r>
          </a:p>
        </p:txBody>
      </p:sp>
      <p:sp>
        <p:nvSpPr>
          <p:cNvPr id="4" name="Content Placeholder 3">
            <a:extLst>
              <a:ext uri="{FF2B5EF4-FFF2-40B4-BE49-F238E27FC236}">
                <a16:creationId xmlns:a16="http://schemas.microsoft.com/office/drawing/2014/main" id="{52375B57-855B-6D77-967C-9C8BCBFFDFA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69258" y="549275"/>
            <a:ext cx="7212667" cy="5783263"/>
          </a:xfrm>
        </p:spPr>
        <p:txBody>
          <a:bodyPr>
            <a:normAutofit/>
          </a:bodyPr>
          <a:lstStyle/>
          <a:p>
            <a:pPr marL="0" indent="0">
              <a:spcBef>
                <a:spcPts val="2500"/>
              </a:spcBef>
              <a:buFont typeface="Arial" panose="020B0604020202020204" pitchFamily="34" charset="0"/>
              <a:buNone/>
            </a:pPr>
            <a:r>
              <a:rPr lang="en-US" b="1" dirty="0"/>
              <a:t>Session Persistence Challenge</a:t>
            </a:r>
          </a:p>
          <a:p>
            <a:pPr marL="0" lvl="1" indent="0">
              <a:buFont typeface="Arial" panose="020B0604020202020204" pitchFamily="34" charset="0"/>
              <a:buNone/>
            </a:pPr>
            <a:r>
              <a:rPr dirty="0"/>
              <a:t>HTTP is stateless, so identification must be restored after each request to maintain user sessions.</a:t>
            </a:r>
            <a:endParaRPr lang="en-US" dirty="0"/>
          </a:p>
          <a:p>
            <a:pPr marL="0" lvl="1" indent="0">
              <a:buFont typeface="Arial" panose="020B0604020202020204" pitchFamily="34" charset="0"/>
              <a:buNone/>
            </a:pPr>
            <a:r>
              <a:rPr lang="en-US" b="1" dirty="0"/>
              <a:t>User ID in Secure Cookie</a:t>
            </a:r>
          </a:p>
          <a:p>
            <a:pPr marL="0" lvl="1" indent="0">
              <a:buFont typeface="Arial" panose="020B0604020202020204" pitchFamily="34" charset="0"/>
              <a:buNone/>
            </a:pPr>
            <a:r>
              <a:rPr dirty="0"/>
              <a:t>Flask stores a </a:t>
            </a:r>
            <a:r>
              <a:rPr dirty="0" err="1"/>
              <a:t>user_id</a:t>
            </a:r>
            <a:r>
              <a:rPr dirty="0"/>
              <a:t> in a secure session cookie on the client's browser to track user identity.</a:t>
            </a:r>
            <a:endParaRPr lang="en-US" dirty="0"/>
          </a:p>
          <a:p>
            <a:pPr marL="0" lvl="1" indent="0">
              <a:buFont typeface="Arial" panose="020B0604020202020204" pitchFamily="34" charset="0"/>
              <a:buNone/>
            </a:pPr>
            <a:r>
              <a:rPr lang="en-US" b="1" dirty="0"/>
              <a:t>Database Query for User</a:t>
            </a:r>
          </a:p>
          <a:p>
            <a:pPr marL="0" lvl="1" indent="0">
              <a:buFont typeface="Arial" panose="020B0604020202020204" pitchFamily="34" charset="0"/>
              <a:buNone/>
            </a:pPr>
            <a:r>
              <a:rPr dirty="0"/>
              <a:t>The @user_loader function queries the database using the stored </a:t>
            </a:r>
            <a:r>
              <a:rPr dirty="0" err="1"/>
              <a:t>user_id</a:t>
            </a:r>
            <a:r>
              <a:rPr dirty="0"/>
              <a:t> to retrieve user records.</a:t>
            </a:r>
            <a:endParaRPr lang="en-US" dirty="0"/>
          </a:p>
          <a:p>
            <a:pPr marL="0" lvl="1" indent="0">
              <a:buFont typeface="Arial" panose="020B0604020202020204" pitchFamily="34" charset="0"/>
              <a:buNone/>
            </a:pPr>
            <a:r>
              <a:rPr lang="en-US" b="1" dirty="0"/>
              <a:t>User Object Rehydration</a:t>
            </a:r>
          </a:p>
          <a:p>
            <a:pPr marL="0" lvl="1" indent="0">
              <a:buFont typeface="Arial" panose="020B0604020202020204" pitchFamily="34" charset="0"/>
              <a:buNone/>
            </a:pPr>
            <a:r>
              <a:rPr dirty="0"/>
              <a:t>The </a:t>
            </a:r>
            <a:r>
              <a:rPr dirty="0" err="1"/>
              <a:t>user_loader</a:t>
            </a:r>
            <a:r>
              <a:rPr dirty="0"/>
              <a:t> rebuilds a User object to maintain authentication across page loads without re-login.</a:t>
            </a:r>
            <a:endParaRPr lang="en-US" dirty="0"/>
          </a:p>
        </p:txBody>
      </p:sp>
      <p:pic>
        <p:nvPicPr>
          <p:cNvPr id="8" name="Picture 7">
            <a:extLst>
              <a:ext uri="{FF2B5EF4-FFF2-40B4-BE49-F238E27FC236}">
                <a16:creationId xmlns:a16="http://schemas.microsoft.com/office/drawing/2014/main" id="{1C9CB4C0-0C20-42D5-7272-005DD4EBEABC}"/>
              </a:ext>
            </a:extLst>
          </p:cNvPr>
          <p:cNvPicPr>
            <a:picLocks noChangeAspect="1"/>
          </p:cNvPicPr>
          <p:nvPr/>
        </p:nvPicPr>
        <p:blipFill>
          <a:blip r:embed="rId3"/>
          <a:stretch>
            <a:fillRect/>
          </a:stretch>
        </p:blipFill>
        <p:spPr>
          <a:xfrm>
            <a:off x="317612" y="4319424"/>
            <a:ext cx="10221751" cy="2333951"/>
          </a:xfrm>
          <a:prstGeom prst="rect">
            <a:avLst/>
          </a:prstGeom>
        </p:spPr>
      </p:pic>
    </p:spTree>
    <p:extLst>
      <p:ext uri="{BB962C8B-B14F-4D97-AF65-F5344CB8AC3E}">
        <p14:creationId xmlns:p14="http://schemas.microsoft.com/office/powerpoint/2010/main" val="986731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C77ED-E278-2498-7444-281CD6D524D5}"/>
              </a:ext>
            </a:extLst>
          </p:cNvPr>
          <p:cNvSpPr>
            <a:spLocks noGrp="1"/>
          </p:cNvSpPr>
          <p:nvPr>
            <p:ph type="title"/>
          </p:nvPr>
        </p:nvSpPr>
        <p:spPr>
          <a:xfrm>
            <a:off x="5409768" y="548640"/>
            <a:ext cx="6217920" cy="1425587"/>
          </a:xfrm>
        </p:spPr>
        <p:txBody>
          <a:bodyPr anchor="b">
            <a:normAutofit/>
          </a:bodyPr>
          <a:lstStyle/>
          <a:p>
            <a:r>
              <a:rPr lang="en-US"/>
              <a:t>The Login Logic</a:t>
            </a:r>
          </a:p>
        </p:txBody>
      </p:sp>
      <p:sp>
        <p:nvSpPr>
          <p:cNvPr id="4" name="Content Placeholder 3">
            <a:extLst>
              <a:ext uri="{FF2B5EF4-FFF2-40B4-BE49-F238E27FC236}">
                <a16:creationId xmlns:a16="http://schemas.microsoft.com/office/drawing/2014/main" id="{2BE7AB9E-5175-0843-2B05-F50734B637B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73829" y="2103120"/>
            <a:ext cx="4572000" cy="4297680"/>
          </a:xfrm>
        </p:spPr>
        <p:txBody>
          <a:bodyPr>
            <a:normAutofit/>
          </a:bodyPr>
          <a:lstStyle/>
          <a:p>
            <a:pPr marL="0" indent="0">
              <a:spcBef>
                <a:spcPts val="2500"/>
              </a:spcBef>
              <a:buFont typeface="Arial" panose="020B0604020202020204" pitchFamily="34" charset="0"/>
              <a:buNone/>
            </a:pPr>
            <a:r>
              <a:rPr lang="en-US" b="1"/>
              <a:t>User Authentication Flow</a:t>
            </a:r>
          </a:p>
          <a:p>
            <a:pPr marL="0" lvl="1" indent="0">
              <a:buFont typeface="Arial" panose="020B0604020202020204" pitchFamily="34" charset="0"/>
              <a:buNone/>
            </a:pPr>
            <a:r>
              <a:t>The login process begins with submitting credentials and verifying the username in the database.</a:t>
            </a:r>
            <a:endParaRPr lang="en-US"/>
          </a:p>
          <a:p>
            <a:pPr marL="0" indent="0">
              <a:spcBef>
                <a:spcPts val="2500"/>
              </a:spcBef>
              <a:buFont typeface="Arial" panose="020B0604020202020204" pitchFamily="34" charset="0"/>
              <a:buNone/>
            </a:pPr>
            <a:r>
              <a:rPr lang="en-US" b="1"/>
              <a:t>Password Verification</a:t>
            </a:r>
          </a:p>
          <a:p>
            <a:pPr marL="0" lvl="1" indent="0">
              <a:buFont typeface="Arial" panose="020B0604020202020204" pitchFamily="34" charset="0"/>
              <a:buNone/>
            </a:pPr>
            <a:r>
              <a:t>Plaintext password is securely compared against the stored hash using bcrypt for authentication.</a:t>
            </a:r>
            <a:endParaRPr lang="en-US"/>
          </a:p>
          <a:p>
            <a:pPr marL="0" indent="0">
              <a:spcBef>
                <a:spcPts val="2500"/>
              </a:spcBef>
              <a:buFont typeface="Arial" panose="020B0604020202020204" pitchFamily="34" charset="0"/>
              <a:buNone/>
            </a:pPr>
            <a:r>
              <a:rPr lang="en-US" b="1"/>
              <a:t>Session Creation</a:t>
            </a:r>
          </a:p>
          <a:p>
            <a:pPr marL="0" lvl="1" indent="0">
              <a:buFont typeface="Arial" panose="020B0604020202020204" pitchFamily="34" charset="0"/>
              <a:buNone/>
            </a:pPr>
            <a:r>
              <a:t>Upon successful login, a session is created and user_id stored in a cookie for persistent access.</a:t>
            </a:r>
            <a:endParaRPr lang="en-US"/>
          </a:p>
        </p:txBody>
      </p:sp>
      <p:pic>
        <p:nvPicPr>
          <p:cNvPr id="7" name="Picture 6">
            <a:extLst>
              <a:ext uri="{FF2B5EF4-FFF2-40B4-BE49-F238E27FC236}">
                <a16:creationId xmlns:a16="http://schemas.microsoft.com/office/drawing/2014/main" id="{E5B93398-B2EA-72E6-DD75-B323C8F393B8}"/>
              </a:ext>
            </a:extLst>
          </p:cNvPr>
          <p:cNvPicPr>
            <a:picLocks noChangeAspect="1"/>
          </p:cNvPicPr>
          <p:nvPr/>
        </p:nvPicPr>
        <p:blipFill>
          <a:blip r:embed="rId3"/>
          <a:stretch>
            <a:fillRect/>
          </a:stretch>
        </p:blipFill>
        <p:spPr>
          <a:xfrm>
            <a:off x="857762" y="2415178"/>
            <a:ext cx="3581900" cy="2448267"/>
          </a:xfrm>
          <a:prstGeom prst="rect">
            <a:avLst/>
          </a:prstGeom>
        </p:spPr>
      </p:pic>
    </p:spTree>
    <p:extLst>
      <p:ext uri="{BB962C8B-B14F-4D97-AF65-F5344CB8AC3E}">
        <p14:creationId xmlns:p14="http://schemas.microsoft.com/office/powerpoint/2010/main" val="2364834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EO on glass digital tablet.">
            <a:extLst>
              <a:ext uri="{FF2B5EF4-FFF2-40B4-BE49-F238E27FC236}">
                <a16:creationId xmlns:a16="http://schemas.microsoft.com/office/drawing/2014/main" id="{0BA7178D-0F7D-4F76-8893-2532CBD6E8BC}"/>
              </a:ext>
            </a:extLst>
          </p:cNvPr>
          <p:cNvPicPr>
            <a:picLocks noGrp="1" noChangeAspect="1"/>
          </p:cNvPicPr>
          <p:nvPr>
            <p:ph type="pic" sz="quarter" idx="13"/>
          </p:nvPr>
        </p:nvPicPr>
        <p:blipFill>
          <a:blip r:embed="rId3"/>
          <a:srcRect l="22978" r="13635"/>
          <a:stretch>
            <a:fillRect/>
          </a:stretch>
        </p:blipFill>
        <p:spPr>
          <a:xfrm>
            <a:off x="20" y="10"/>
            <a:ext cx="6611489" cy="6857990"/>
          </a:xfrm>
        </p:spPr>
      </p:pic>
      <p:sp>
        <p:nvSpPr>
          <p:cNvPr id="2" name="Title 1">
            <a:extLst>
              <a:ext uri="{FF2B5EF4-FFF2-40B4-BE49-F238E27FC236}">
                <a16:creationId xmlns:a16="http://schemas.microsoft.com/office/drawing/2014/main" id="{90D5280E-FC8D-1EF2-13D4-EB22E6073E94}"/>
              </a:ext>
            </a:extLst>
          </p:cNvPr>
          <p:cNvSpPr>
            <a:spLocks noGrp="1"/>
          </p:cNvSpPr>
          <p:nvPr>
            <p:ph type="title"/>
          </p:nvPr>
        </p:nvSpPr>
        <p:spPr>
          <a:xfrm>
            <a:off x="5409768" y="548640"/>
            <a:ext cx="6217920" cy="1425587"/>
          </a:xfrm>
        </p:spPr>
        <p:txBody>
          <a:bodyPr anchor="b">
            <a:normAutofit/>
          </a:bodyPr>
          <a:lstStyle/>
          <a:p>
            <a:r>
              <a:rPr lang="en-US"/>
              <a:t>Access Control and Logout</a:t>
            </a:r>
          </a:p>
        </p:txBody>
      </p:sp>
      <p:sp>
        <p:nvSpPr>
          <p:cNvPr id="4" name="Content Placeholder 3">
            <a:extLst>
              <a:ext uri="{FF2B5EF4-FFF2-40B4-BE49-F238E27FC236}">
                <a16:creationId xmlns:a16="http://schemas.microsoft.com/office/drawing/2014/main" id="{2984896B-6876-1B19-0540-BCB6188243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73829" y="2103120"/>
            <a:ext cx="4572000" cy="4297680"/>
          </a:xfrm>
        </p:spPr>
        <p:txBody>
          <a:bodyPr>
            <a:normAutofit/>
          </a:bodyPr>
          <a:lstStyle/>
          <a:p>
            <a:pPr marL="0" indent="0">
              <a:spcBef>
                <a:spcPts val="2500"/>
              </a:spcBef>
              <a:buFont typeface="Arial" panose="020B0604020202020204" pitchFamily="34" charset="0"/>
              <a:buNone/>
            </a:pPr>
            <a:r>
              <a:rPr lang="en-US" b="1" dirty="0"/>
              <a:t>Route Protection</a:t>
            </a:r>
          </a:p>
          <a:p>
            <a:pPr marL="0" lvl="1" indent="0">
              <a:buFont typeface="Arial" panose="020B0604020202020204" pitchFamily="34" charset="0"/>
              <a:buNone/>
            </a:pPr>
            <a:r>
              <a:rPr dirty="0"/>
              <a:t>The @login_required decorator ensures sensitive pages are accessible only to authenticated users.</a:t>
            </a:r>
            <a:endParaRPr lang="en-US" dirty="0"/>
          </a:p>
          <a:p>
            <a:pPr marL="0" indent="0">
              <a:spcBef>
                <a:spcPts val="2500"/>
              </a:spcBef>
              <a:buFont typeface="Arial" panose="020B0604020202020204" pitchFamily="34" charset="0"/>
              <a:buNone/>
            </a:pPr>
            <a:r>
              <a:rPr lang="en-US" b="1" dirty="0"/>
              <a:t>User Session Access</a:t>
            </a:r>
          </a:p>
          <a:p>
            <a:pPr marL="0" lvl="1" indent="0">
              <a:buFont typeface="Arial" panose="020B0604020202020204" pitchFamily="34" charset="0"/>
              <a:buNone/>
            </a:pPr>
            <a:r>
              <a:rPr dirty="0"/>
              <a:t>The </a:t>
            </a:r>
            <a:r>
              <a:rPr dirty="0" err="1"/>
              <a:t>current_user</a:t>
            </a:r>
            <a:r>
              <a:rPr dirty="0"/>
              <a:t> proxy provides access to active user details for personalized experiences.</a:t>
            </a:r>
            <a:endParaRPr lang="en-US" dirty="0"/>
          </a:p>
          <a:p>
            <a:pPr marL="0" indent="0">
              <a:spcBef>
                <a:spcPts val="2500"/>
              </a:spcBef>
              <a:buFont typeface="Arial" panose="020B0604020202020204" pitchFamily="34" charset="0"/>
              <a:buNone/>
            </a:pPr>
            <a:r>
              <a:rPr lang="en-US" b="1" dirty="0"/>
              <a:t>Logout Functionality</a:t>
            </a:r>
          </a:p>
          <a:p>
            <a:pPr marL="0" lvl="1" indent="0">
              <a:buFont typeface="Arial" panose="020B0604020202020204" pitchFamily="34" charset="0"/>
              <a:buNone/>
            </a:pPr>
            <a:r>
              <a:rPr dirty="0" err="1"/>
              <a:t>logout_user</a:t>
            </a:r>
            <a:r>
              <a:rPr dirty="0"/>
              <a:t>() clears user session data to prevent unauthorized access after signing out.</a:t>
            </a:r>
            <a:endParaRPr lang="en-US" dirty="0"/>
          </a:p>
        </p:txBody>
      </p:sp>
    </p:spTree>
    <p:extLst>
      <p:ext uri="{BB962C8B-B14F-4D97-AF65-F5344CB8AC3E}">
        <p14:creationId xmlns:p14="http://schemas.microsoft.com/office/powerpoint/2010/main" val="1003711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itation">
  <a:themeElements>
    <a:clrScheme name="Citation Design">
      <a:dk1>
        <a:srgbClr val="000000"/>
      </a:dk1>
      <a:lt1>
        <a:srgbClr val="FFFFFF"/>
      </a:lt1>
      <a:dk2>
        <a:srgbClr val="01375D"/>
      </a:dk2>
      <a:lt2>
        <a:srgbClr val="F3F2EF"/>
      </a:lt2>
      <a:accent1>
        <a:srgbClr val="585142"/>
      </a:accent1>
      <a:accent2>
        <a:srgbClr val="C1B4A1"/>
      </a:accent2>
      <a:accent3>
        <a:srgbClr val="815B42"/>
      </a:accent3>
      <a:accent4>
        <a:srgbClr val="73582F"/>
      </a:accent4>
      <a:accent5>
        <a:srgbClr val="58393C"/>
      </a:accent5>
      <a:accent6>
        <a:srgbClr val="85584E"/>
      </a:accent6>
      <a:hlink>
        <a:srgbClr val="E05C37"/>
      </a:hlink>
      <a:folHlink>
        <a:srgbClr val="2E9884"/>
      </a:folHlink>
    </a:clrScheme>
    <a:fontScheme name="Custom 62">
      <a:majorFont>
        <a:latin typeface="Franklin Gothic Heavy"/>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 design_CoPilot Updates_win32_EF_v8" id="{9DEE9FBB-DC1C-45AA-8B67-111DE4A99BF2}" vid="{E71669C5-CDD3-48AC-A69A-CB015CAC44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C405A2-288D-4ACA-9C67-9C5EE383EE05}">
  <ds:schemaRefs>
    <ds:schemaRef ds:uri="http://www.w3.org/XML/1998/namespace"/>
    <ds:schemaRef ds:uri="http://purl.org/dc/elements/1.1/"/>
    <ds:schemaRef ds:uri="http://schemas.microsoft.com/office/2006/metadata/properties"/>
    <ds:schemaRef ds:uri="http://schemas.microsoft.com/sharepoint/v3"/>
    <ds:schemaRef ds:uri="http://purl.org/dc/dcmitype/"/>
    <ds:schemaRef ds:uri="230e9df3-be65-4c73-a93b-d1236ebd677e"/>
    <ds:schemaRef ds:uri="http://purl.org/dc/terms/"/>
    <ds:schemaRef ds:uri="71af3243-3dd4-4a8d-8c0d-dd76da1f02a5"/>
    <ds:schemaRef ds:uri="http://schemas.microsoft.com/office/2006/documentManagement/types"/>
    <ds:schemaRef ds:uri="http://schemas.microsoft.com/office/infopath/2007/PartnerControls"/>
    <ds:schemaRef ds:uri="http://schemas.openxmlformats.org/package/2006/metadata/core-properties"/>
    <ds:schemaRef ds:uri="16c05727-aa75-4e4a-9b5f-8a80a1165891"/>
  </ds:schemaRefs>
</ds:datastoreItem>
</file>

<file path=customXml/itemProps2.xml><?xml version="1.0" encoding="utf-8"?>
<ds:datastoreItem xmlns:ds="http://schemas.openxmlformats.org/officeDocument/2006/customXml" ds:itemID="{0194D626-FF99-4D14-A6F7-C95F3B663853}">
  <ds:schemaRefs>
    <ds:schemaRef ds:uri="http://schemas.microsoft.com/sharepoint/v3/contenttype/forms"/>
  </ds:schemaRefs>
</ds:datastoreItem>
</file>

<file path=customXml/itemProps3.xml><?xml version="1.0" encoding="utf-8"?>
<ds:datastoreItem xmlns:ds="http://schemas.openxmlformats.org/officeDocument/2006/customXml" ds:itemID="{E20973AB-2219-419D-9825-C20FDA65D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5550</TotalTime>
  <Words>2042</Words>
  <Application>Microsoft Office PowerPoint</Application>
  <PresentationFormat>Widescreen</PresentationFormat>
  <Paragraphs>80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Franklin Gothic Heavy</vt:lpstr>
      <vt:lpstr>Franklin Gothic Medium</vt:lpstr>
      <vt:lpstr>Selawik</vt:lpstr>
      <vt:lpstr>Citation</vt:lpstr>
      <vt:lpstr>Flask Authentication Workflow</vt:lpstr>
      <vt:lpstr>The Tools of the Trade</vt:lpstr>
      <vt:lpstr>Password Hashing with Bcrypt</vt:lpstr>
      <vt:lpstr>Database Helpers and Initialization</vt:lpstr>
      <vt:lpstr>Configure the app</vt:lpstr>
      <vt:lpstr>The User Class and UserMixin</vt:lpstr>
      <vt:lpstr>The User Loader Mechanism</vt:lpstr>
      <vt:lpstr>The Login Logic</vt:lpstr>
      <vt:lpstr>Access Control and Logout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 W Hamilton</dc:creator>
  <cp:lastModifiedBy>Mr W Hamilton</cp:lastModifiedBy>
  <cp:revision>2</cp:revision>
  <dcterms:created xsi:type="dcterms:W3CDTF">2024-06-26T20:20:27Z</dcterms:created>
  <dcterms:modified xsi:type="dcterms:W3CDTF">2026-03-09T13:19:18Z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